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3" r:id="rId4"/>
    <p:sldMasterId id="214748372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Lexend SemiBold"/>
      <p:regular r:id="rId18"/>
      <p:bold r:id="rId19"/>
    </p:embeddedFont>
    <p:embeddedFont>
      <p:font typeface="Lexend Light"/>
      <p:regular r:id="rId20"/>
      <p:bold r:id="rId21"/>
    </p:embeddedFont>
    <p:embeddedFont>
      <p:font typeface="Lexend Medium"/>
      <p:regular r:id="rId22"/>
      <p:bold r:id="rId23"/>
    </p:embeddedFont>
    <p:embeddedFont>
      <p:font typeface="DM Sans SemiBold"/>
      <p:regular r:id="rId24"/>
      <p:bold r:id="rId25"/>
      <p:italic r:id="rId26"/>
      <p:boldItalic r:id="rId27"/>
    </p:embeddedFont>
    <p:embeddedFont>
      <p:font typeface="Lexend"/>
      <p:regular r:id="rId28"/>
      <p:bold r:id="rId29"/>
    </p:embeddedFont>
    <p:embeddedFont>
      <p:font typeface="DM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Light-regular.fntdata"/><Relationship Id="rId22" Type="http://schemas.openxmlformats.org/officeDocument/2006/relationships/font" Target="fonts/LexendMedium-regular.fntdata"/><Relationship Id="rId21" Type="http://schemas.openxmlformats.org/officeDocument/2006/relationships/font" Target="fonts/LexendLight-bold.fntdata"/><Relationship Id="rId24" Type="http://schemas.openxmlformats.org/officeDocument/2006/relationships/font" Target="fonts/DMSansSemiBold-regular.fntdata"/><Relationship Id="rId23" Type="http://schemas.openxmlformats.org/officeDocument/2006/relationships/font" Target="fonts/Lexend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DMSansSemiBold-italic.fntdata"/><Relationship Id="rId25" Type="http://schemas.openxmlformats.org/officeDocument/2006/relationships/font" Target="fonts/DMSansSemiBold-bold.fntdata"/><Relationship Id="rId28" Type="http://schemas.openxmlformats.org/officeDocument/2006/relationships/font" Target="fonts/Lexend-regular.fntdata"/><Relationship Id="rId27" Type="http://schemas.openxmlformats.org/officeDocument/2006/relationships/font" Target="fonts/DMSans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11" Type="http://schemas.openxmlformats.org/officeDocument/2006/relationships/slide" Target="slides/slide5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4.xml"/><Relationship Id="rId32" Type="http://schemas.openxmlformats.org/officeDocument/2006/relationships/font" Target="fonts/DM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exendSemiBold-bold.fntdata"/><Relationship Id="rId18" Type="http://schemas.openxmlformats.org/officeDocument/2006/relationships/font" Target="fonts/Lexend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e32c0a1052_0_3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e32c0a1052_0_3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e98de7944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e98de7944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e32c0a1052_0_3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e32c0a1052_0_3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e32c0a1052_0_3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3e32c0a1052_0_3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e98de7944f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3e98de7944f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e98de7944f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e98de7944f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e32c0a1052_0_3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e32c0a1052_0_3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e32c0a1052_0_3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e32c0a1052_0_3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e98de7944f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e98de7944f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e32c0a1052_0_3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3e32c0a1052_0_3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e98de7944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e98de7944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3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643200" y="659425"/>
            <a:ext cx="3146400" cy="1091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671825" y="727744"/>
            <a:ext cx="3117600" cy="12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2216400" y="1750725"/>
            <a:ext cx="4711200" cy="2187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1686400" y="1750825"/>
            <a:ext cx="528900" cy="528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927600" y="2843900"/>
            <a:ext cx="528900" cy="1091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" name="Google Shape;15;p2"/>
          <p:cNvSpPr txBox="1"/>
          <p:nvPr>
            <p:ph idx="2" type="title"/>
          </p:nvPr>
        </p:nvSpPr>
        <p:spPr>
          <a:xfrm>
            <a:off x="2258050" y="1800075"/>
            <a:ext cx="46239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ITLE_3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304800" y="3161075"/>
            <a:ext cx="2851500" cy="16791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999150" y="3161050"/>
            <a:ext cx="2840100" cy="1679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156175" y="3161150"/>
            <a:ext cx="2851500" cy="1679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314208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/>
          <p:nvPr>
            <p:ph idx="2" type="pic"/>
          </p:nvPr>
        </p:nvSpPr>
        <p:spPr>
          <a:xfrm>
            <a:off x="307625" y="1316450"/>
            <a:ext cx="28515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3"/>
          <p:cNvSpPr txBox="1"/>
          <p:nvPr>
            <p:ph idx="3" type="body"/>
          </p:nvPr>
        </p:nvSpPr>
        <p:spPr>
          <a:xfrm>
            <a:off x="316485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" name="Google Shape;25;p3"/>
          <p:cNvSpPr/>
          <p:nvPr>
            <p:ph idx="4" type="pic"/>
          </p:nvPr>
        </p:nvSpPr>
        <p:spPr>
          <a:xfrm>
            <a:off x="3159125" y="1316450"/>
            <a:ext cx="28515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3"/>
          <p:cNvSpPr/>
          <p:nvPr>
            <p:ph idx="5" type="pic"/>
          </p:nvPr>
        </p:nvSpPr>
        <p:spPr>
          <a:xfrm>
            <a:off x="6010625" y="1316450"/>
            <a:ext cx="28287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3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04800" y="305325"/>
            <a:ext cx="2851500" cy="10092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159125" y="811350"/>
            <a:ext cx="1159500" cy="502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328518" y="361238"/>
            <a:ext cx="2720700" cy="1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6" type="subTitle"/>
          </p:nvPr>
        </p:nvSpPr>
        <p:spPr>
          <a:xfrm>
            <a:off x="3156683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7" type="body"/>
          </p:nvPr>
        </p:nvSpPr>
        <p:spPr>
          <a:xfrm>
            <a:off x="3158960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8" type="subTitle"/>
          </p:nvPr>
        </p:nvSpPr>
        <p:spPr>
          <a:xfrm>
            <a:off x="6007809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9" type="body"/>
          </p:nvPr>
        </p:nvSpPr>
        <p:spPr>
          <a:xfrm>
            <a:off x="6010085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1 Overview">
  <p:cSld name="TITLE_3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1172300" y="660200"/>
            <a:ext cx="47112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883500" y="1756696"/>
            <a:ext cx="1224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4"/>
          <p:cNvSpPr txBox="1"/>
          <p:nvPr>
            <p:ph type="title"/>
          </p:nvPr>
        </p:nvSpPr>
        <p:spPr>
          <a:xfrm>
            <a:off x="1195425" y="734045"/>
            <a:ext cx="46488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4"/>
          <p:cNvSpPr/>
          <p:nvPr>
            <p:ph idx="2" type="pic"/>
          </p:nvPr>
        </p:nvSpPr>
        <p:spPr>
          <a:xfrm>
            <a:off x="3260500" y="2309850"/>
            <a:ext cx="1569000" cy="16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4"/>
          <p:cNvSpPr/>
          <p:nvPr>
            <p:ph idx="3" type="pic"/>
          </p:nvPr>
        </p:nvSpPr>
        <p:spPr>
          <a:xfrm>
            <a:off x="4849525" y="2309850"/>
            <a:ext cx="3128100" cy="217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3523325" y="2195625"/>
            <a:ext cx="4990200" cy="2385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1420210" y="2202200"/>
            <a:ext cx="2101800" cy="543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78750" y="562250"/>
            <a:ext cx="31461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5"/>
          <p:cNvSpPr txBox="1"/>
          <p:nvPr>
            <p:ph type="title"/>
          </p:nvPr>
        </p:nvSpPr>
        <p:spPr>
          <a:xfrm>
            <a:off x="378750" y="562250"/>
            <a:ext cx="3146100" cy="16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5"/>
          <p:cNvSpPr/>
          <p:nvPr/>
        </p:nvSpPr>
        <p:spPr>
          <a:xfrm>
            <a:off x="3523323" y="1654202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5"/>
          <p:cNvSpPr txBox="1"/>
          <p:nvPr>
            <p:ph idx="1" type="body"/>
          </p:nvPr>
        </p:nvSpPr>
        <p:spPr>
          <a:xfrm>
            <a:off x="3623075" y="2300000"/>
            <a:ext cx="4790700" cy="21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" name="Google Shape;51;p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" name="Google Shape;52;p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2 Overview">
  <p:cSld name="TITLE_3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>
            <p:ph idx="2" type="pic"/>
          </p:nvPr>
        </p:nvSpPr>
        <p:spPr>
          <a:xfrm>
            <a:off x="3793600" y="2297107"/>
            <a:ext cx="1569000" cy="16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6"/>
          <p:cNvSpPr/>
          <p:nvPr>
            <p:ph idx="3" type="pic"/>
          </p:nvPr>
        </p:nvSpPr>
        <p:spPr>
          <a:xfrm>
            <a:off x="663400" y="2297107"/>
            <a:ext cx="3128100" cy="217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6"/>
          <p:cNvSpPr/>
          <p:nvPr/>
        </p:nvSpPr>
        <p:spPr>
          <a:xfrm>
            <a:off x="1689800" y="660200"/>
            <a:ext cx="4711200" cy="16398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160900" y="1757477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" name="Google Shape;58;p6"/>
          <p:cNvSpPr txBox="1"/>
          <p:nvPr>
            <p:ph type="title"/>
          </p:nvPr>
        </p:nvSpPr>
        <p:spPr>
          <a:xfrm>
            <a:off x="1721834" y="727054"/>
            <a:ext cx="46488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Overview (5)">
  <p:cSld name="TITLE_3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298300" y="1431975"/>
            <a:ext cx="1713600" cy="1890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5431665" y="1431975"/>
            <a:ext cx="1713600" cy="1890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7137667" y="1431975"/>
            <a:ext cx="1713600" cy="1890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2011981" y="1431975"/>
            <a:ext cx="1713600" cy="1890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3717983" y="1431975"/>
            <a:ext cx="1713600" cy="1890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310891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2" type="body"/>
          </p:nvPr>
        </p:nvSpPr>
        <p:spPr>
          <a:xfrm>
            <a:off x="5444268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3" type="body"/>
          </p:nvPr>
        </p:nvSpPr>
        <p:spPr>
          <a:xfrm>
            <a:off x="7105524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4" type="body"/>
          </p:nvPr>
        </p:nvSpPr>
        <p:spPr>
          <a:xfrm>
            <a:off x="2037027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5" type="body"/>
          </p:nvPr>
        </p:nvSpPr>
        <p:spPr>
          <a:xfrm>
            <a:off x="3727958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7"/>
          <p:cNvSpPr/>
          <p:nvPr>
            <p:ph idx="6" type="pic"/>
          </p:nvPr>
        </p:nvSpPr>
        <p:spPr>
          <a:xfrm>
            <a:off x="7137800" y="3322275"/>
            <a:ext cx="17136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7"/>
          <p:cNvSpPr/>
          <p:nvPr>
            <p:ph idx="7" type="pic"/>
          </p:nvPr>
        </p:nvSpPr>
        <p:spPr>
          <a:xfrm>
            <a:off x="5427747" y="3322276"/>
            <a:ext cx="17082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7"/>
          <p:cNvSpPr/>
          <p:nvPr>
            <p:ph idx="8" type="pic"/>
          </p:nvPr>
        </p:nvSpPr>
        <p:spPr>
          <a:xfrm>
            <a:off x="3723042" y="3322276"/>
            <a:ext cx="17082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7"/>
          <p:cNvSpPr/>
          <p:nvPr>
            <p:ph idx="9" type="pic"/>
          </p:nvPr>
        </p:nvSpPr>
        <p:spPr>
          <a:xfrm>
            <a:off x="2011891" y="3322275"/>
            <a:ext cx="17280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7"/>
          <p:cNvSpPr/>
          <p:nvPr>
            <p:ph idx="13" type="pic"/>
          </p:nvPr>
        </p:nvSpPr>
        <p:spPr>
          <a:xfrm>
            <a:off x="298300" y="3322275"/>
            <a:ext cx="17160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298300" y="301050"/>
            <a:ext cx="40203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9178" y="338025"/>
            <a:ext cx="40395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Goal">
  <p:cSld name="TITLE_3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298312" y="301050"/>
            <a:ext cx="5646900" cy="5310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" name="Google Shape;83;p8"/>
          <p:cNvSpPr txBox="1"/>
          <p:nvPr>
            <p:ph type="title"/>
          </p:nvPr>
        </p:nvSpPr>
        <p:spPr>
          <a:xfrm>
            <a:off x="279185" y="31227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8"/>
          <p:cNvSpPr/>
          <p:nvPr/>
        </p:nvSpPr>
        <p:spPr>
          <a:xfrm>
            <a:off x="4463246" y="3362570"/>
            <a:ext cx="1190400" cy="976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5653655" y="3362561"/>
            <a:ext cx="487500" cy="4785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4463250" y="1056975"/>
            <a:ext cx="4371300" cy="2305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8"/>
          <p:cNvSpPr txBox="1"/>
          <p:nvPr>
            <p:ph idx="1" type="subTitle"/>
          </p:nvPr>
        </p:nvSpPr>
        <p:spPr>
          <a:xfrm>
            <a:off x="4481951" y="1068225"/>
            <a:ext cx="4338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"/>
          <p:cNvSpPr/>
          <p:nvPr>
            <p:ph idx="2" type="pic"/>
          </p:nvPr>
        </p:nvSpPr>
        <p:spPr>
          <a:xfrm>
            <a:off x="298300" y="1055350"/>
            <a:ext cx="4165800" cy="3783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8"/>
          <p:cNvSpPr txBox="1"/>
          <p:nvPr>
            <p:ph idx="3" type="body"/>
          </p:nvPr>
        </p:nvSpPr>
        <p:spPr>
          <a:xfrm>
            <a:off x="4484120" y="1667497"/>
            <a:ext cx="4338600" cy="16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" name="Google Shape;90;p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" name="Google Shape;91;p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298300" y="301050"/>
            <a:ext cx="56709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8"/>
          <p:cNvSpPr txBox="1"/>
          <p:nvPr>
            <p:ph idx="4"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 Detailed Outline + Key Features">
  <p:cSld name="TITLE_3_1_1_1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idx="1" type="subTitle"/>
          </p:nvPr>
        </p:nvSpPr>
        <p:spPr>
          <a:xfrm>
            <a:off x="6076827" y="986538"/>
            <a:ext cx="25152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2" type="subTitle"/>
          </p:nvPr>
        </p:nvSpPr>
        <p:spPr>
          <a:xfrm>
            <a:off x="194675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subTitle"/>
          </p:nvPr>
        </p:nvSpPr>
        <p:spPr>
          <a:xfrm>
            <a:off x="1178298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subTitle"/>
          </p:nvPr>
        </p:nvSpPr>
        <p:spPr>
          <a:xfrm>
            <a:off x="2161921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5" type="subTitle"/>
          </p:nvPr>
        </p:nvSpPr>
        <p:spPr>
          <a:xfrm>
            <a:off x="3139107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6" type="subTitle"/>
          </p:nvPr>
        </p:nvSpPr>
        <p:spPr>
          <a:xfrm>
            <a:off x="4108806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9"/>
          <p:cNvSpPr txBox="1"/>
          <p:nvPr>
            <p:ph idx="7" type="subTitle"/>
          </p:nvPr>
        </p:nvSpPr>
        <p:spPr>
          <a:xfrm>
            <a:off x="5092429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"/>
          <p:cNvSpPr/>
          <p:nvPr/>
        </p:nvSpPr>
        <p:spPr>
          <a:xfrm>
            <a:off x="298300" y="1301925"/>
            <a:ext cx="982800" cy="353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5197656" y="1301925"/>
            <a:ext cx="982800" cy="353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9"/>
          <p:cNvSpPr txBox="1"/>
          <p:nvPr>
            <p:ph idx="8" type="body"/>
          </p:nvPr>
        </p:nvSpPr>
        <p:spPr>
          <a:xfrm>
            <a:off x="302687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5" name="Google Shape;105;p9"/>
          <p:cNvSpPr txBox="1"/>
          <p:nvPr>
            <p:ph idx="9" type="body"/>
          </p:nvPr>
        </p:nvSpPr>
        <p:spPr>
          <a:xfrm>
            <a:off x="5210863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6" name="Google Shape;106;p9"/>
          <p:cNvSpPr/>
          <p:nvPr/>
        </p:nvSpPr>
        <p:spPr>
          <a:xfrm>
            <a:off x="3239217" y="1301925"/>
            <a:ext cx="982800" cy="353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9"/>
          <p:cNvSpPr txBox="1"/>
          <p:nvPr>
            <p:ph idx="13" type="body"/>
          </p:nvPr>
        </p:nvSpPr>
        <p:spPr>
          <a:xfrm>
            <a:off x="3251210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8" name="Google Shape;108;p9"/>
          <p:cNvSpPr/>
          <p:nvPr/>
        </p:nvSpPr>
        <p:spPr>
          <a:xfrm>
            <a:off x="4215083" y="1301925"/>
            <a:ext cx="982800" cy="35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9"/>
          <p:cNvSpPr txBox="1"/>
          <p:nvPr>
            <p:ph idx="14" type="body"/>
          </p:nvPr>
        </p:nvSpPr>
        <p:spPr>
          <a:xfrm>
            <a:off x="4233736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10" name="Google Shape;110;p9"/>
          <p:cNvSpPr/>
          <p:nvPr/>
        </p:nvSpPr>
        <p:spPr>
          <a:xfrm>
            <a:off x="1280779" y="1301925"/>
            <a:ext cx="982800" cy="353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9"/>
          <p:cNvSpPr txBox="1"/>
          <p:nvPr>
            <p:ph idx="15" type="body"/>
          </p:nvPr>
        </p:nvSpPr>
        <p:spPr>
          <a:xfrm>
            <a:off x="1286147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12" name="Google Shape;112;p9"/>
          <p:cNvSpPr/>
          <p:nvPr/>
        </p:nvSpPr>
        <p:spPr>
          <a:xfrm>
            <a:off x="2256692" y="1301925"/>
            <a:ext cx="982800" cy="353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9"/>
          <p:cNvSpPr txBox="1"/>
          <p:nvPr>
            <p:ph idx="16" type="body"/>
          </p:nvPr>
        </p:nvSpPr>
        <p:spPr>
          <a:xfrm>
            <a:off x="2268684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14" name="Google Shape;114;p9"/>
          <p:cNvSpPr/>
          <p:nvPr/>
        </p:nvSpPr>
        <p:spPr>
          <a:xfrm>
            <a:off x="6182130" y="1301927"/>
            <a:ext cx="2656500" cy="1376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6182130" y="2680069"/>
            <a:ext cx="2656500" cy="1376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9"/>
          <p:cNvSpPr txBox="1"/>
          <p:nvPr>
            <p:ph idx="17" type="subTitle"/>
          </p:nvPr>
        </p:nvSpPr>
        <p:spPr>
          <a:xfrm>
            <a:off x="6164355" y="1264050"/>
            <a:ext cx="24726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9"/>
          <p:cNvSpPr txBox="1"/>
          <p:nvPr>
            <p:ph idx="18" type="body"/>
          </p:nvPr>
        </p:nvSpPr>
        <p:spPr>
          <a:xfrm>
            <a:off x="6160825" y="1743763"/>
            <a:ext cx="2686800" cy="11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" name="Google Shape;118;p9"/>
          <p:cNvSpPr txBox="1"/>
          <p:nvPr>
            <p:ph idx="19" type="subTitle"/>
          </p:nvPr>
        </p:nvSpPr>
        <p:spPr>
          <a:xfrm>
            <a:off x="6164657" y="2640406"/>
            <a:ext cx="26868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9"/>
          <p:cNvSpPr txBox="1"/>
          <p:nvPr>
            <p:ph idx="20" type="body"/>
          </p:nvPr>
        </p:nvSpPr>
        <p:spPr>
          <a:xfrm>
            <a:off x="6160825" y="2978547"/>
            <a:ext cx="2686800" cy="11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0" name="Google Shape;120;p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298300" y="301050"/>
            <a:ext cx="56709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9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vel Details">
  <p:cSld name="TITLE_3_1_1_1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/>
          <p:nvPr/>
        </p:nvSpPr>
        <p:spPr>
          <a:xfrm>
            <a:off x="298300" y="301050"/>
            <a:ext cx="35340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0"/>
          <p:cNvSpPr txBox="1"/>
          <p:nvPr>
            <p:ph type="title"/>
          </p:nvPr>
        </p:nvSpPr>
        <p:spPr>
          <a:xfrm>
            <a:off x="279178" y="338025"/>
            <a:ext cx="35379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10"/>
          <p:cNvSpPr/>
          <p:nvPr>
            <p:ph idx="2" type="pic"/>
          </p:nvPr>
        </p:nvSpPr>
        <p:spPr>
          <a:xfrm>
            <a:off x="3836145" y="1334531"/>
            <a:ext cx="1488300" cy="1557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0"/>
          <p:cNvSpPr/>
          <p:nvPr>
            <p:ph idx="3" type="pic"/>
          </p:nvPr>
        </p:nvSpPr>
        <p:spPr>
          <a:xfrm>
            <a:off x="3836145" y="2892484"/>
            <a:ext cx="1488300" cy="1557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0"/>
          <p:cNvSpPr/>
          <p:nvPr/>
        </p:nvSpPr>
        <p:spPr>
          <a:xfrm>
            <a:off x="5324404" y="2374069"/>
            <a:ext cx="2480100" cy="20862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5321031" y="2388890"/>
            <a:ext cx="2480100" cy="20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" name="Google Shape;131;p10"/>
          <p:cNvSpPr/>
          <p:nvPr/>
        </p:nvSpPr>
        <p:spPr>
          <a:xfrm>
            <a:off x="5324434" y="790425"/>
            <a:ext cx="3021000" cy="1584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842990" y="908254"/>
            <a:ext cx="2989200" cy="2589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0"/>
          <p:cNvSpPr txBox="1"/>
          <p:nvPr>
            <p:ph idx="4" type="body"/>
          </p:nvPr>
        </p:nvSpPr>
        <p:spPr>
          <a:xfrm>
            <a:off x="866096" y="1255168"/>
            <a:ext cx="2951100" cy="22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5" type="body"/>
          </p:nvPr>
        </p:nvSpPr>
        <p:spPr>
          <a:xfrm>
            <a:off x="5321025" y="801853"/>
            <a:ext cx="3016500" cy="15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5" name="Google Shape;135;p10"/>
          <p:cNvSpPr txBox="1"/>
          <p:nvPr>
            <p:ph idx="6" type="subTitle"/>
          </p:nvPr>
        </p:nvSpPr>
        <p:spPr>
          <a:xfrm>
            <a:off x="854800" y="922100"/>
            <a:ext cx="2951100" cy="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3_1_1_1_1_1_1_1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/>
          <p:nvPr/>
        </p:nvSpPr>
        <p:spPr>
          <a:xfrm>
            <a:off x="3263350" y="1223800"/>
            <a:ext cx="2617200" cy="27255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1"/>
          <p:cNvSpPr txBox="1"/>
          <p:nvPr>
            <p:ph idx="1" type="subTitle"/>
          </p:nvPr>
        </p:nvSpPr>
        <p:spPr>
          <a:xfrm>
            <a:off x="32634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1"/>
          <p:cNvSpPr/>
          <p:nvPr/>
        </p:nvSpPr>
        <p:spPr>
          <a:xfrm>
            <a:off x="643300" y="1223800"/>
            <a:ext cx="2617200" cy="2725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1"/>
          <p:cNvSpPr txBox="1"/>
          <p:nvPr>
            <p:ph idx="2" type="body"/>
          </p:nvPr>
        </p:nvSpPr>
        <p:spPr>
          <a:xfrm>
            <a:off x="65015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3" name="Google Shape;143;p11"/>
          <p:cNvSpPr/>
          <p:nvPr/>
        </p:nvSpPr>
        <p:spPr>
          <a:xfrm>
            <a:off x="5883400" y="1223800"/>
            <a:ext cx="2617200" cy="2725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1"/>
          <p:cNvSpPr txBox="1"/>
          <p:nvPr>
            <p:ph idx="3" type="subTitle"/>
          </p:nvPr>
        </p:nvSpPr>
        <p:spPr>
          <a:xfrm>
            <a:off x="58835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1"/>
          <p:cNvSpPr txBox="1"/>
          <p:nvPr>
            <p:ph idx="4" type="body"/>
          </p:nvPr>
        </p:nvSpPr>
        <p:spPr>
          <a:xfrm>
            <a:off x="546686" y="3949300"/>
            <a:ext cx="2404800" cy="3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46" name="Google Shape;146;p11"/>
          <p:cNvSpPr txBox="1"/>
          <p:nvPr>
            <p:ph idx="5" type="subTitle"/>
          </p:nvPr>
        </p:nvSpPr>
        <p:spPr>
          <a:xfrm>
            <a:off x="6463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1"/>
          <p:cNvSpPr txBox="1"/>
          <p:nvPr>
            <p:ph idx="6" type="body"/>
          </p:nvPr>
        </p:nvSpPr>
        <p:spPr>
          <a:xfrm>
            <a:off x="326485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8" name="Google Shape;148;p11"/>
          <p:cNvSpPr txBox="1"/>
          <p:nvPr>
            <p:ph idx="7" type="body"/>
          </p:nvPr>
        </p:nvSpPr>
        <p:spPr>
          <a:xfrm>
            <a:off x="588340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9" name="Google Shape;149;p11"/>
          <p:cNvSpPr txBox="1"/>
          <p:nvPr>
            <p:ph idx="8" type="body"/>
          </p:nvPr>
        </p:nvSpPr>
        <p:spPr>
          <a:xfrm>
            <a:off x="65015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0" name="Google Shape;150;p11"/>
          <p:cNvSpPr txBox="1"/>
          <p:nvPr>
            <p:ph idx="9" type="body"/>
          </p:nvPr>
        </p:nvSpPr>
        <p:spPr>
          <a:xfrm>
            <a:off x="188047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1" name="Google Shape;151;p11"/>
          <p:cNvSpPr txBox="1"/>
          <p:nvPr>
            <p:ph idx="13" type="body"/>
          </p:nvPr>
        </p:nvSpPr>
        <p:spPr>
          <a:xfrm>
            <a:off x="326677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2" name="Google Shape;152;p11"/>
          <p:cNvSpPr txBox="1"/>
          <p:nvPr>
            <p:ph idx="14" type="body"/>
          </p:nvPr>
        </p:nvSpPr>
        <p:spPr>
          <a:xfrm>
            <a:off x="449710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3" name="Google Shape;153;p11"/>
          <p:cNvSpPr txBox="1"/>
          <p:nvPr>
            <p:ph idx="15" type="body"/>
          </p:nvPr>
        </p:nvSpPr>
        <p:spPr>
          <a:xfrm>
            <a:off x="588340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4" name="Google Shape;154;p11"/>
          <p:cNvSpPr txBox="1"/>
          <p:nvPr>
            <p:ph idx="16" type="body"/>
          </p:nvPr>
        </p:nvSpPr>
        <p:spPr>
          <a:xfrm>
            <a:off x="711372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5" name="Google Shape;155;p1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1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Pros and Cons">
  <p:cSld name="TITLE_3_1_1_1_1_1_1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/>
          <p:nvPr/>
        </p:nvSpPr>
        <p:spPr>
          <a:xfrm>
            <a:off x="298286" y="2469752"/>
            <a:ext cx="2849400" cy="2367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3148000" y="2469752"/>
            <a:ext cx="2849400" cy="2367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5984943" y="2469752"/>
            <a:ext cx="2849400" cy="2367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2"/>
          <p:cNvSpPr/>
          <p:nvPr>
            <p:ph idx="2" type="pic"/>
          </p:nvPr>
        </p:nvSpPr>
        <p:spPr>
          <a:xfrm>
            <a:off x="299192" y="1071125"/>
            <a:ext cx="28614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2"/>
          <p:cNvSpPr/>
          <p:nvPr>
            <p:ph idx="3" type="pic"/>
          </p:nvPr>
        </p:nvSpPr>
        <p:spPr>
          <a:xfrm>
            <a:off x="3147675" y="1071125"/>
            <a:ext cx="28371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2"/>
          <p:cNvSpPr/>
          <p:nvPr>
            <p:ph idx="4" type="pic"/>
          </p:nvPr>
        </p:nvSpPr>
        <p:spPr>
          <a:xfrm>
            <a:off x="5984750" y="1071125"/>
            <a:ext cx="28494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2"/>
          <p:cNvSpPr txBox="1"/>
          <p:nvPr>
            <p:ph idx="1" type="subTitle"/>
          </p:nvPr>
        </p:nvSpPr>
        <p:spPr>
          <a:xfrm>
            <a:off x="313140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2"/>
          <p:cNvSpPr txBox="1"/>
          <p:nvPr>
            <p:ph idx="5" type="body"/>
          </p:nvPr>
        </p:nvSpPr>
        <p:spPr>
          <a:xfrm>
            <a:off x="3157834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8" name="Google Shape;168;p12"/>
          <p:cNvSpPr txBox="1"/>
          <p:nvPr>
            <p:ph idx="6" type="body"/>
          </p:nvPr>
        </p:nvSpPr>
        <p:spPr>
          <a:xfrm>
            <a:off x="6001839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9" name="Google Shape;169;p12"/>
          <p:cNvSpPr txBox="1"/>
          <p:nvPr>
            <p:ph idx="7" type="body"/>
          </p:nvPr>
        </p:nvSpPr>
        <p:spPr>
          <a:xfrm>
            <a:off x="317282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0" name="Google Shape;170;p12"/>
          <p:cNvSpPr txBox="1"/>
          <p:nvPr>
            <p:ph idx="8" type="subTitle"/>
          </p:nvPr>
        </p:nvSpPr>
        <p:spPr>
          <a:xfrm>
            <a:off x="3153692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2"/>
          <p:cNvSpPr txBox="1"/>
          <p:nvPr>
            <p:ph idx="9" type="subTitle"/>
          </p:nvPr>
        </p:nvSpPr>
        <p:spPr>
          <a:xfrm>
            <a:off x="5997697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12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2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ditional Points">
  <p:cSld name="TITLE_3_1_1_1_1_1_1_1_1_1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/>
          <p:nvPr/>
        </p:nvSpPr>
        <p:spPr>
          <a:xfrm>
            <a:off x="298300" y="1216800"/>
            <a:ext cx="34914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13"/>
          <p:cNvSpPr txBox="1"/>
          <p:nvPr>
            <p:ph idx="1" type="subTitle"/>
          </p:nvPr>
        </p:nvSpPr>
        <p:spPr>
          <a:xfrm>
            <a:off x="323945" y="1242931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3"/>
          <p:cNvSpPr/>
          <p:nvPr>
            <p:ph idx="2" type="pic"/>
          </p:nvPr>
        </p:nvSpPr>
        <p:spPr>
          <a:xfrm>
            <a:off x="3789350" y="1216800"/>
            <a:ext cx="5062200" cy="3622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3"/>
          <p:cNvSpPr txBox="1"/>
          <p:nvPr>
            <p:ph idx="3" type="body"/>
          </p:nvPr>
        </p:nvSpPr>
        <p:spPr>
          <a:xfrm>
            <a:off x="336530" y="1554822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1" name="Google Shape;181;p13"/>
          <p:cNvSpPr txBox="1"/>
          <p:nvPr>
            <p:ph idx="4" type="subTitle"/>
          </p:nvPr>
        </p:nvSpPr>
        <p:spPr>
          <a:xfrm>
            <a:off x="336530" y="2289922"/>
            <a:ext cx="33015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3"/>
          <p:cNvSpPr txBox="1"/>
          <p:nvPr>
            <p:ph idx="5" type="body"/>
          </p:nvPr>
        </p:nvSpPr>
        <p:spPr>
          <a:xfrm>
            <a:off x="349106" y="2601813"/>
            <a:ext cx="33015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3" name="Google Shape;183;p13"/>
          <p:cNvSpPr txBox="1"/>
          <p:nvPr>
            <p:ph idx="6" type="subTitle"/>
          </p:nvPr>
        </p:nvSpPr>
        <p:spPr>
          <a:xfrm>
            <a:off x="323945" y="3346542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3"/>
          <p:cNvSpPr txBox="1"/>
          <p:nvPr>
            <p:ph idx="7" type="body"/>
          </p:nvPr>
        </p:nvSpPr>
        <p:spPr>
          <a:xfrm>
            <a:off x="336569" y="3658433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5" name="Google Shape;185;p13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1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13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3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3_1_1_1_1_1_1_1_1_1_1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/>
          <p:nvPr/>
        </p:nvSpPr>
        <p:spPr>
          <a:xfrm>
            <a:off x="298300" y="1213300"/>
            <a:ext cx="56469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4"/>
          <p:cNvSpPr txBox="1"/>
          <p:nvPr>
            <p:ph idx="1" type="body"/>
          </p:nvPr>
        </p:nvSpPr>
        <p:spPr>
          <a:xfrm>
            <a:off x="298300" y="1370375"/>
            <a:ext cx="56469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" name="Google Shape;192;p1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4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TITLE_3_1_1_1_1_1_1_1_1_1_1_2_2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/>
          <p:nvPr/>
        </p:nvSpPr>
        <p:spPr>
          <a:xfrm>
            <a:off x="298300" y="1213300"/>
            <a:ext cx="56469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15"/>
          <p:cNvSpPr txBox="1"/>
          <p:nvPr>
            <p:ph idx="1" type="body"/>
          </p:nvPr>
        </p:nvSpPr>
        <p:spPr>
          <a:xfrm>
            <a:off x="298300" y="1370375"/>
            <a:ext cx="56469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9" name="Google Shape;199;p1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1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1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3_1_1_1_1_1_1_1_1_1_1_2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/>
          <p:nvPr/>
        </p:nvSpPr>
        <p:spPr>
          <a:xfrm>
            <a:off x="298300" y="1213300"/>
            <a:ext cx="40788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16"/>
          <p:cNvSpPr txBox="1"/>
          <p:nvPr>
            <p:ph idx="1" type="body"/>
          </p:nvPr>
        </p:nvSpPr>
        <p:spPr>
          <a:xfrm>
            <a:off x="298300" y="1370375"/>
            <a:ext cx="40362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6" name="Google Shape;206;p16"/>
          <p:cNvSpPr/>
          <p:nvPr/>
        </p:nvSpPr>
        <p:spPr>
          <a:xfrm>
            <a:off x="4377100" y="1213300"/>
            <a:ext cx="40788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16"/>
          <p:cNvSpPr txBox="1"/>
          <p:nvPr>
            <p:ph idx="2" type="body"/>
          </p:nvPr>
        </p:nvSpPr>
        <p:spPr>
          <a:xfrm>
            <a:off x="4377100" y="1370375"/>
            <a:ext cx="40362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8" name="Google Shape;208;p1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lth and Safety">
  <p:cSld name="TITLE_3_1_1_1_1_1_1_1_1_1_1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/>
          <p:nvPr>
            <p:ph idx="2" type="pic"/>
          </p:nvPr>
        </p:nvSpPr>
        <p:spPr>
          <a:xfrm>
            <a:off x="3789500" y="1216033"/>
            <a:ext cx="2512800" cy="2711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7"/>
          <p:cNvSpPr/>
          <p:nvPr/>
        </p:nvSpPr>
        <p:spPr>
          <a:xfrm>
            <a:off x="6300850" y="1795700"/>
            <a:ext cx="991200" cy="504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17"/>
          <p:cNvSpPr/>
          <p:nvPr>
            <p:ph idx="3" type="pic"/>
          </p:nvPr>
        </p:nvSpPr>
        <p:spPr>
          <a:xfrm>
            <a:off x="6302375" y="2298975"/>
            <a:ext cx="2476800" cy="2539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7"/>
          <p:cNvSpPr/>
          <p:nvPr/>
        </p:nvSpPr>
        <p:spPr>
          <a:xfrm>
            <a:off x="298300" y="1216800"/>
            <a:ext cx="34914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7"/>
          <p:cNvSpPr txBox="1"/>
          <p:nvPr>
            <p:ph idx="1" type="subTitle"/>
          </p:nvPr>
        </p:nvSpPr>
        <p:spPr>
          <a:xfrm>
            <a:off x="323945" y="1242931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17"/>
          <p:cNvSpPr txBox="1"/>
          <p:nvPr>
            <p:ph idx="4" type="body"/>
          </p:nvPr>
        </p:nvSpPr>
        <p:spPr>
          <a:xfrm>
            <a:off x="336530" y="1554822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" name="Google Shape;219;p17"/>
          <p:cNvSpPr txBox="1"/>
          <p:nvPr>
            <p:ph idx="5" type="subTitle"/>
          </p:nvPr>
        </p:nvSpPr>
        <p:spPr>
          <a:xfrm>
            <a:off x="336530" y="2289922"/>
            <a:ext cx="33015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7"/>
          <p:cNvSpPr txBox="1"/>
          <p:nvPr>
            <p:ph idx="6" type="body"/>
          </p:nvPr>
        </p:nvSpPr>
        <p:spPr>
          <a:xfrm>
            <a:off x="349106" y="2601813"/>
            <a:ext cx="33015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7" type="subTitle"/>
          </p:nvPr>
        </p:nvSpPr>
        <p:spPr>
          <a:xfrm>
            <a:off x="323945" y="3346542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7"/>
          <p:cNvSpPr txBox="1"/>
          <p:nvPr>
            <p:ph idx="8" type="body"/>
          </p:nvPr>
        </p:nvSpPr>
        <p:spPr>
          <a:xfrm>
            <a:off x="336569" y="3658433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3" name="Google Shape;223;p17"/>
          <p:cNvSpPr/>
          <p:nvPr/>
        </p:nvSpPr>
        <p:spPr>
          <a:xfrm>
            <a:off x="3789500" y="3927425"/>
            <a:ext cx="2512800" cy="549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1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ommendations">
  <p:cSld name="TITLE_3_1_1_1_1_1_1_1_1_1_1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/>
          <p:nvPr/>
        </p:nvSpPr>
        <p:spPr>
          <a:xfrm>
            <a:off x="1694350" y="1223800"/>
            <a:ext cx="5755200" cy="3534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8"/>
          <p:cNvSpPr txBox="1"/>
          <p:nvPr>
            <p:ph idx="1" type="body"/>
          </p:nvPr>
        </p:nvSpPr>
        <p:spPr>
          <a:xfrm>
            <a:off x="1705750" y="1223400"/>
            <a:ext cx="5755200" cy="3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1" name="Google Shape;231;p1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1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cision Making Timelines">
  <p:cSld name="TITLE_3_1_1_1_1_1_1_1_1_1_1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 txBox="1"/>
          <p:nvPr>
            <p:ph idx="1" type="subTitle"/>
          </p:nvPr>
        </p:nvSpPr>
        <p:spPr>
          <a:xfrm>
            <a:off x="974626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9"/>
          <p:cNvSpPr txBox="1"/>
          <p:nvPr>
            <p:ph idx="2" type="subTitle"/>
          </p:nvPr>
        </p:nvSpPr>
        <p:spPr>
          <a:xfrm>
            <a:off x="1947538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9"/>
          <p:cNvSpPr txBox="1"/>
          <p:nvPr>
            <p:ph idx="3" type="subTitle"/>
          </p:nvPr>
        </p:nvSpPr>
        <p:spPr>
          <a:xfrm>
            <a:off x="2920451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9"/>
          <p:cNvSpPr txBox="1"/>
          <p:nvPr>
            <p:ph idx="4" type="subTitle"/>
          </p:nvPr>
        </p:nvSpPr>
        <p:spPr>
          <a:xfrm>
            <a:off x="3893363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9"/>
          <p:cNvSpPr txBox="1"/>
          <p:nvPr>
            <p:ph idx="5" type="subTitle"/>
          </p:nvPr>
        </p:nvSpPr>
        <p:spPr>
          <a:xfrm>
            <a:off x="4866276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9"/>
          <p:cNvSpPr txBox="1"/>
          <p:nvPr>
            <p:ph idx="6" type="subTitle"/>
          </p:nvPr>
        </p:nvSpPr>
        <p:spPr>
          <a:xfrm>
            <a:off x="5839189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9"/>
          <p:cNvSpPr txBox="1"/>
          <p:nvPr>
            <p:ph idx="7" type="subTitle"/>
          </p:nvPr>
        </p:nvSpPr>
        <p:spPr>
          <a:xfrm>
            <a:off x="6812101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9"/>
          <p:cNvSpPr txBox="1"/>
          <p:nvPr>
            <p:ph idx="8" type="subTitle"/>
          </p:nvPr>
        </p:nvSpPr>
        <p:spPr>
          <a:xfrm>
            <a:off x="7785014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44" name="Google Shape;244;p19"/>
          <p:cNvCxnSpPr/>
          <p:nvPr/>
        </p:nvCxnSpPr>
        <p:spPr>
          <a:xfrm>
            <a:off x="326031" y="3827919"/>
            <a:ext cx="830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19"/>
          <p:cNvCxnSpPr/>
          <p:nvPr/>
        </p:nvCxnSpPr>
        <p:spPr>
          <a:xfrm>
            <a:off x="1060840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19"/>
          <p:cNvCxnSpPr/>
          <p:nvPr/>
        </p:nvCxnSpPr>
        <p:spPr>
          <a:xfrm>
            <a:off x="2039296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19"/>
          <p:cNvCxnSpPr/>
          <p:nvPr/>
        </p:nvCxnSpPr>
        <p:spPr>
          <a:xfrm>
            <a:off x="3011282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19"/>
          <p:cNvCxnSpPr/>
          <p:nvPr/>
        </p:nvCxnSpPr>
        <p:spPr>
          <a:xfrm>
            <a:off x="3989739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19"/>
          <p:cNvCxnSpPr/>
          <p:nvPr/>
        </p:nvCxnSpPr>
        <p:spPr>
          <a:xfrm>
            <a:off x="4968195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19"/>
          <p:cNvCxnSpPr/>
          <p:nvPr/>
        </p:nvCxnSpPr>
        <p:spPr>
          <a:xfrm>
            <a:off x="5939111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19"/>
          <p:cNvCxnSpPr/>
          <p:nvPr/>
        </p:nvCxnSpPr>
        <p:spPr>
          <a:xfrm>
            <a:off x="6911098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19"/>
          <p:cNvCxnSpPr/>
          <p:nvPr/>
        </p:nvCxnSpPr>
        <p:spPr>
          <a:xfrm>
            <a:off x="7888483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19"/>
          <p:cNvCxnSpPr/>
          <p:nvPr/>
        </p:nvCxnSpPr>
        <p:spPr>
          <a:xfrm>
            <a:off x="1554373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19"/>
          <p:cNvCxnSpPr/>
          <p:nvPr/>
        </p:nvCxnSpPr>
        <p:spPr>
          <a:xfrm>
            <a:off x="2532830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19"/>
          <p:cNvCxnSpPr/>
          <p:nvPr/>
        </p:nvCxnSpPr>
        <p:spPr>
          <a:xfrm>
            <a:off x="3504816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19"/>
          <p:cNvCxnSpPr/>
          <p:nvPr/>
        </p:nvCxnSpPr>
        <p:spPr>
          <a:xfrm>
            <a:off x="4483273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19"/>
          <p:cNvCxnSpPr/>
          <p:nvPr/>
        </p:nvCxnSpPr>
        <p:spPr>
          <a:xfrm>
            <a:off x="5461729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19"/>
          <p:cNvCxnSpPr/>
          <p:nvPr/>
        </p:nvCxnSpPr>
        <p:spPr>
          <a:xfrm>
            <a:off x="6432645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19"/>
          <p:cNvCxnSpPr/>
          <p:nvPr/>
        </p:nvCxnSpPr>
        <p:spPr>
          <a:xfrm>
            <a:off x="7404631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19"/>
          <p:cNvCxnSpPr/>
          <p:nvPr/>
        </p:nvCxnSpPr>
        <p:spPr>
          <a:xfrm>
            <a:off x="8382017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19"/>
          <p:cNvCxnSpPr/>
          <p:nvPr/>
        </p:nvCxnSpPr>
        <p:spPr>
          <a:xfrm>
            <a:off x="567306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19"/>
          <p:cNvSpPr txBox="1"/>
          <p:nvPr>
            <p:ph idx="9" type="body"/>
          </p:nvPr>
        </p:nvSpPr>
        <p:spPr>
          <a:xfrm>
            <a:off x="219725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3" name="Google Shape;263;p19"/>
          <p:cNvSpPr txBox="1"/>
          <p:nvPr>
            <p:ph idx="13" type="body"/>
          </p:nvPr>
        </p:nvSpPr>
        <p:spPr>
          <a:xfrm>
            <a:off x="1676863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4" name="Google Shape;264;p19"/>
          <p:cNvSpPr txBox="1"/>
          <p:nvPr>
            <p:ph idx="14" type="body"/>
          </p:nvPr>
        </p:nvSpPr>
        <p:spPr>
          <a:xfrm>
            <a:off x="3156254" y="4379255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5" name="Google Shape;265;p19"/>
          <p:cNvSpPr txBox="1"/>
          <p:nvPr>
            <p:ph idx="15" type="body"/>
          </p:nvPr>
        </p:nvSpPr>
        <p:spPr>
          <a:xfrm>
            <a:off x="3879515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6" name="Google Shape;266;p19"/>
          <p:cNvSpPr txBox="1"/>
          <p:nvPr>
            <p:ph idx="16" type="body"/>
          </p:nvPr>
        </p:nvSpPr>
        <p:spPr>
          <a:xfrm>
            <a:off x="5835342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7" name="Google Shape;267;p19"/>
          <p:cNvSpPr txBox="1"/>
          <p:nvPr>
            <p:ph idx="17" type="body"/>
          </p:nvPr>
        </p:nvSpPr>
        <p:spPr>
          <a:xfrm>
            <a:off x="7300272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8" name="Google Shape;268;p19"/>
          <p:cNvSpPr txBox="1"/>
          <p:nvPr>
            <p:ph idx="18" type="body"/>
          </p:nvPr>
        </p:nvSpPr>
        <p:spPr>
          <a:xfrm>
            <a:off x="5213426" y="4379255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9" name="Google Shape;269;p1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1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301794" y="301050"/>
            <a:ext cx="6609300" cy="606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19"/>
          <p:cNvSpPr txBox="1"/>
          <p:nvPr>
            <p:ph type="title"/>
          </p:nvPr>
        </p:nvSpPr>
        <p:spPr>
          <a:xfrm>
            <a:off x="279173" y="338025"/>
            <a:ext cx="658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/Outro Slide">
  <p:cSld name="TITLE_3_1_1_1_1_1_1_1_1_1_1_1_1_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/>
          <p:nvPr/>
        </p:nvSpPr>
        <p:spPr>
          <a:xfrm>
            <a:off x="4316871" y="2841579"/>
            <a:ext cx="1052100" cy="1086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2213760" y="2848150"/>
            <a:ext cx="2101800" cy="543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1172300" y="1208200"/>
            <a:ext cx="31461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 txBox="1"/>
          <p:nvPr>
            <p:ph type="title"/>
          </p:nvPr>
        </p:nvSpPr>
        <p:spPr>
          <a:xfrm>
            <a:off x="1172300" y="1208200"/>
            <a:ext cx="3146100" cy="16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" name="Google Shape;278;p20"/>
          <p:cNvSpPr/>
          <p:nvPr/>
        </p:nvSpPr>
        <p:spPr>
          <a:xfrm>
            <a:off x="4316873" y="2300152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 txBox="1"/>
          <p:nvPr>
            <p:ph idx="2" type="title"/>
          </p:nvPr>
        </p:nvSpPr>
        <p:spPr>
          <a:xfrm>
            <a:off x="4316875" y="2841575"/>
            <a:ext cx="1052100" cy="108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" name="Google Shape;280;p2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20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/>
          <p:nvPr/>
        </p:nvSpPr>
        <p:spPr>
          <a:xfrm>
            <a:off x="1822200" y="1536600"/>
            <a:ext cx="4986900" cy="1081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>
            <p:ph type="title"/>
          </p:nvPr>
        </p:nvSpPr>
        <p:spPr>
          <a:xfrm>
            <a:off x="1822300" y="1548425"/>
            <a:ext cx="4986900" cy="7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" name="Google Shape;286;p22"/>
          <p:cNvSpPr/>
          <p:nvPr/>
        </p:nvSpPr>
        <p:spPr>
          <a:xfrm>
            <a:off x="4655406" y="2617800"/>
            <a:ext cx="2159400" cy="989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 txBox="1"/>
          <p:nvPr>
            <p:ph idx="1" type="subTitle"/>
          </p:nvPr>
        </p:nvSpPr>
        <p:spPr>
          <a:xfrm>
            <a:off x="4649825" y="2625603"/>
            <a:ext cx="21594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2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3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/>
          <p:nvPr/>
        </p:nvSpPr>
        <p:spPr>
          <a:xfrm>
            <a:off x="1172300" y="1667975"/>
            <a:ext cx="5841600" cy="1639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7013875" y="2761675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3"/>
          <p:cNvSpPr txBox="1"/>
          <p:nvPr>
            <p:ph type="title"/>
          </p:nvPr>
        </p:nvSpPr>
        <p:spPr>
          <a:xfrm>
            <a:off x="1195425" y="1741825"/>
            <a:ext cx="56166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" name="Google Shape;294;p23"/>
          <p:cNvSpPr/>
          <p:nvPr/>
        </p:nvSpPr>
        <p:spPr>
          <a:xfrm>
            <a:off x="643300" y="1667975"/>
            <a:ext cx="528900" cy="528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"/>
          <p:cNvSpPr/>
          <p:nvPr/>
        </p:nvSpPr>
        <p:spPr>
          <a:xfrm>
            <a:off x="298300" y="1213300"/>
            <a:ext cx="34551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4"/>
          <p:cNvSpPr txBox="1"/>
          <p:nvPr>
            <p:ph idx="1" type="body"/>
          </p:nvPr>
        </p:nvSpPr>
        <p:spPr>
          <a:xfrm>
            <a:off x="377800" y="1370375"/>
            <a:ext cx="32961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0" name="Google Shape;300;p24"/>
          <p:cNvSpPr/>
          <p:nvPr/>
        </p:nvSpPr>
        <p:spPr>
          <a:xfrm>
            <a:off x="3753400" y="1213300"/>
            <a:ext cx="34551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4"/>
          <p:cNvSpPr txBox="1"/>
          <p:nvPr>
            <p:ph idx="2" type="body"/>
          </p:nvPr>
        </p:nvSpPr>
        <p:spPr>
          <a:xfrm>
            <a:off x="3832900" y="1370375"/>
            <a:ext cx="32961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2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4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5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/>
          <p:nvPr/>
        </p:nvSpPr>
        <p:spPr>
          <a:xfrm>
            <a:off x="298862" y="1213300"/>
            <a:ext cx="42042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6"/>
          <p:cNvSpPr txBox="1"/>
          <p:nvPr>
            <p:ph idx="1" type="body"/>
          </p:nvPr>
        </p:nvSpPr>
        <p:spPr>
          <a:xfrm>
            <a:off x="370550" y="1290925"/>
            <a:ext cx="4060800" cy="30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2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26"/>
          <p:cNvSpPr/>
          <p:nvPr/>
        </p:nvSpPr>
        <p:spPr>
          <a:xfrm>
            <a:off x="298300" y="301050"/>
            <a:ext cx="42363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6"/>
          <p:cNvSpPr txBox="1"/>
          <p:nvPr>
            <p:ph type="title"/>
          </p:nvPr>
        </p:nvSpPr>
        <p:spPr>
          <a:xfrm>
            <a:off x="279177" y="338025"/>
            <a:ext cx="42042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6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/>
          <p:cNvSpPr/>
          <p:nvPr/>
        </p:nvSpPr>
        <p:spPr>
          <a:xfrm>
            <a:off x="1172300" y="1667975"/>
            <a:ext cx="5841600" cy="16398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7013875" y="2761675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7"/>
          <p:cNvSpPr txBox="1"/>
          <p:nvPr>
            <p:ph type="title"/>
          </p:nvPr>
        </p:nvSpPr>
        <p:spPr>
          <a:xfrm>
            <a:off x="1195425" y="1741825"/>
            <a:ext cx="56166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27"/>
          <p:cNvSpPr/>
          <p:nvPr/>
        </p:nvSpPr>
        <p:spPr>
          <a:xfrm>
            <a:off x="643300" y="1667975"/>
            <a:ext cx="528900" cy="528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CUSTOM_7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/>
          <p:nvPr/>
        </p:nvSpPr>
        <p:spPr>
          <a:xfrm>
            <a:off x="1172300" y="2775600"/>
            <a:ext cx="2953200" cy="8907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1172300" y="1477197"/>
            <a:ext cx="5841600" cy="1298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4125500" y="2775588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8"/>
          <p:cNvSpPr txBox="1"/>
          <p:nvPr>
            <p:ph type="title"/>
          </p:nvPr>
        </p:nvSpPr>
        <p:spPr>
          <a:xfrm>
            <a:off x="1227050" y="1551048"/>
            <a:ext cx="57321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0" name="Google Shape;330;p28"/>
          <p:cNvSpPr txBox="1"/>
          <p:nvPr>
            <p:ph idx="1" type="subTitle"/>
          </p:nvPr>
        </p:nvSpPr>
        <p:spPr>
          <a:xfrm>
            <a:off x="1240100" y="2837775"/>
            <a:ext cx="2832300" cy="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2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28"/>
          <p:cNvSpPr txBox="1"/>
          <p:nvPr>
            <p:ph idx="2" type="body"/>
          </p:nvPr>
        </p:nvSpPr>
        <p:spPr>
          <a:xfrm>
            <a:off x="1187325" y="3840875"/>
            <a:ext cx="68928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8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"/>
          <p:cNvSpPr txBox="1"/>
          <p:nvPr>
            <p:ph idx="1" type="body"/>
          </p:nvPr>
        </p:nvSpPr>
        <p:spPr>
          <a:xfrm>
            <a:off x="333900" y="1202400"/>
            <a:ext cx="4060800" cy="27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6" name="Google Shape;336;p2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9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30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1" type="body"/>
          </p:nvPr>
        </p:nvSpPr>
        <p:spPr>
          <a:xfrm>
            <a:off x="333900" y="1202400"/>
            <a:ext cx="4060800" cy="27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0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 txBox="1"/>
          <p:nvPr>
            <p:ph idx="1" type="subTitle"/>
          </p:nvPr>
        </p:nvSpPr>
        <p:spPr>
          <a:xfrm>
            <a:off x="317500" y="12514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31"/>
          <p:cNvSpPr txBox="1"/>
          <p:nvPr>
            <p:ph idx="2" type="subTitle"/>
          </p:nvPr>
        </p:nvSpPr>
        <p:spPr>
          <a:xfrm>
            <a:off x="4421675" y="12514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31"/>
          <p:cNvSpPr txBox="1"/>
          <p:nvPr>
            <p:ph idx="3" type="subTitle"/>
          </p:nvPr>
        </p:nvSpPr>
        <p:spPr>
          <a:xfrm>
            <a:off x="317500" y="23000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31"/>
          <p:cNvSpPr txBox="1"/>
          <p:nvPr>
            <p:ph idx="4" type="subTitle"/>
          </p:nvPr>
        </p:nvSpPr>
        <p:spPr>
          <a:xfrm>
            <a:off x="4421675" y="23000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31"/>
          <p:cNvSpPr txBox="1"/>
          <p:nvPr>
            <p:ph idx="5" type="subTitle"/>
          </p:nvPr>
        </p:nvSpPr>
        <p:spPr>
          <a:xfrm>
            <a:off x="317500" y="33486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1"/>
          <p:cNvSpPr txBox="1"/>
          <p:nvPr>
            <p:ph idx="6" type="subTitle"/>
          </p:nvPr>
        </p:nvSpPr>
        <p:spPr>
          <a:xfrm>
            <a:off x="4421675" y="33486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3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31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31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2"/>
          <p:cNvSpPr/>
          <p:nvPr/>
        </p:nvSpPr>
        <p:spPr>
          <a:xfrm>
            <a:off x="292600" y="1214724"/>
            <a:ext cx="4239000" cy="2501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2"/>
          <p:cNvSpPr/>
          <p:nvPr>
            <p:ph idx="2" type="pic"/>
          </p:nvPr>
        </p:nvSpPr>
        <p:spPr>
          <a:xfrm>
            <a:off x="4531775" y="1221524"/>
            <a:ext cx="4302600" cy="3635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32"/>
          <p:cNvSpPr txBox="1"/>
          <p:nvPr>
            <p:ph idx="1" type="body"/>
          </p:nvPr>
        </p:nvSpPr>
        <p:spPr>
          <a:xfrm>
            <a:off x="340319" y="1261074"/>
            <a:ext cx="4061400" cy="24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3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32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2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2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/>
          <p:nvPr/>
        </p:nvSpPr>
        <p:spPr>
          <a:xfrm>
            <a:off x="290556" y="1213300"/>
            <a:ext cx="40176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33"/>
          <p:cNvSpPr txBox="1"/>
          <p:nvPr>
            <p:ph idx="1" type="body"/>
          </p:nvPr>
        </p:nvSpPr>
        <p:spPr>
          <a:xfrm>
            <a:off x="416145" y="2078725"/>
            <a:ext cx="37665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33"/>
          <p:cNvSpPr/>
          <p:nvPr/>
        </p:nvSpPr>
        <p:spPr>
          <a:xfrm>
            <a:off x="4308218" y="1213300"/>
            <a:ext cx="40176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idx="2" type="body"/>
          </p:nvPr>
        </p:nvSpPr>
        <p:spPr>
          <a:xfrm>
            <a:off x="4433807" y="2078725"/>
            <a:ext cx="37665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3" type="subTitle"/>
          </p:nvPr>
        </p:nvSpPr>
        <p:spPr>
          <a:xfrm>
            <a:off x="416145" y="1328375"/>
            <a:ext cx="3766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4" type="subTitle"/>
          </p:nvPr>
        </p:nvSpPr>
        <p:spPr>
          <a:xfrm>
            <a:off x="4433807" y="1328375"/>
            <a:ext cx="3766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33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3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33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33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3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4"/>
          <p:cNvSpPr/>
          <p:nvPr/>
        </p:nvSpPr>
        <p:spPr>
          <a:xfrm>
            <a:off x="290556" y="1213300"/>
            <a:ext cx="28455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4"/>
          <p:cNvSpPr txBox="1"/>
          <p:nvPr>
            <p:ph idx="1" type="body"/>
          </p:nvPr>
        </p:nvSpPr>
        <p:spPr>
          <a:xfrm>
            <a:off x="379498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4"/>
          <p:cNvSpPr/>
          <p:nvPr/>
        </p:nvSpPr>
        <p:spPr>
          <a:xfrm>
            <a:off x="3135874" y="1213300"/>
            <a:ext cx="28455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34"/>
          <p:cNvSpPr txBox="1"/>
          <p:nvPr>
            <p:ph idx="2" type="body"/>
          </p:nvPr>
        </p:nvSpPr>
        <p:spPr>
          <a:xfrm>
            <a:off x="3224816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34"/>
          <p:cNvSpPr txBox="1"/>
          <p:nvPr>
            <p:ph idx="3" type="subTitle"/>
          </p:nvPr>
        </p:nvSpPr>
        <p:spPr>
          <a:xfrm>
            <a:off x="379498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34"/>
          <p:cNvSpPr txBox="1"/>
          <p:nvPr>
            <p:ph idx="4" type="subTitle"/>
          </p:nvPr>
        </p:nvSpPr>
        <p:spPr>
          <a:xfrm>
            <a:off x="3224816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34"/>
          <p:cNvSpPr/>
          <p:nvPr/>
        </p:nvSpPr>
        <p:spPr>
          <a:xfrm>
            <a:off x="5981304" y="1213300"/>
            <a:ext cx="28455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4"/>
          <p:cNvSpPr txBox="1"/>
          <p:nvPr>
            <p:ph idx="5" type="body"/>
          </p:nvPr>
        </p:nvSpPr>
        <p:spPr>
          <a:xfrm>
            <a:off x="6070247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idx="6" type="subTitle"/>
          </p:nvPr>
        </p:nvSpPr>
        <p:spPr>
          <a:xfrm>
            <a:off x="6070247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3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3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34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3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14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/>
          <p:nvPr/>
        </p:nvSpPr>
        <p:spPr>
          <a:xfrm>
            <a:off x="292600" y="1213300"/>
            <a:ext cx="21327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35"/>
          <p:cNvSpPr txBox="1"/>
          <p:nvPr>
            <p:ph idx="1" type="body"/>
          </p:nvPr>
        </p:nvSpPr>
        <p:spPr>
          <a:xfrm>
            <a:off x="388220" y="20640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/>
          <p:nvPr/>
        </p:nvSpPr>
        <p:spPr>
          <a:xfrm>
            <a:off x="2425130" y="1213300"/>
            <a:ext cx="21327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35"/>
          <p:cNvSpPr txBox="1"/>
          <p:nvPr>
            <p:ph idx="2" type="body"/>
          </p:nvPr>
        </p:nvSpPr>
        <p:spPr>
          <a:xfrm>
            <a:off x="2524606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idx="3" type="subTitle"/>
          </p:nvPr>
        </p:nvSpPr>
        <p:spPr>
          <a:xfrm>
            <a:off x="395987" y="13136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4" type="subTitle"/>
          </p:nvPr>
        </p:nvSpPr>
        <p:spPr>
          <a:xfrm>
            <a:off x="2524607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35"/>
          <p:cNvSpPr/>
          <p:nvPr/>
        </p:nvSpPr>
        <p:spPr>
          <a:xfrm>
            <a:off x="4557594" y="1213300"/>
            <a:ext cx="21327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35"/>
          <p:cNvSpPr txBox="1"/>
          <p:nvPr>
            <p:ph idx="5" type="body"/>
          </p:nvPr>
        </p:nvSpPr>
        <p:spPr>
          <a:xfrm>
            <a:off x="4657139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7" name="Google Shape;397;p35"/>
          <p:cNvSpPr/>
          <p:nvPr/>
        </p:nvSpPr>
        <p:spPr>
          <a:xfrm>
            <a:off x="6690125" y="1213300"/>
            <a:ext cx="21327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35"/>
          <p:cNvSpPr txBox="1"/>
          <p:nvPr>
            <p:ph idx="6" type="body"/>
          </p:nvPr>
        </p:nvSpPr>
        <p:spPr>
          <a:xfrm>
            <a:off x="6789589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9" name="Google Shape;399;p35"/>
          <p:cNvSpPr txBox="1"/>
          <p:nvPr>
            <p:ph idx="7" type="subTitle"/>
          </p:nvPr>
        </p:nvSpPr>
        <p:spPr>
          <a:xfrm>
            <a:off x="4657140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35"/>
          <p:cNvSpPr txBox="1"/>
          <p:nvPr>
            <p:ph idx="8" type="subTitle"/>
          </p:nvPr>
        </p:nvSpPr>
        <p:spPr>
          <a:xfrm>
            <a:off x="6789588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3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35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3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5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"/>
          <p:cNvSpPr/>
          <p:nvPr>
            <p:ph idx="2" type="pic"/>
          </p:nvPr>
        </p:nvSpPr>
        <p:spPr>
          <a:xfrm>
            <a:off x="332000" y="1102925"/>
            <a:ext cx="6915000" cy="37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36"/>
          <p:cNvSpPr/>
          <p:nvPr/>
        </p:nvSpPr>
        <p:spPr>
          <a:xfrm>
            <a:off x="7236337" y="1102925"/>
            <a:ext cx="1097400" cy="460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3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3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36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6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7"/>
          <p:cNvSpPr/>
          <p:nvPr/>
        </p:nvSpPr>
        <p:spPr>
          <a:xfrm>
            <a:off x="299641" y="301944"/>
            <a:ext cx="2757300" cy="1012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298987" y="3164944"/>
            <a:ext cx="2763300" cy="1683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37"/>
          <p:cNvSpPr txBox="1"/>
          <p:nvPr>
            <p:ph type="title"/>
          </p:nvPr>
        </p:nvSpPr>
        <p:spPr>
          <a:xfrm>
            <a:off x="276860" y="334005"/>
            <a:ext cx="27297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6" name="Google Shape;416;p37"/>
          <p:cNvSpPr txBox="1"/>
          <p:nvPr>
            <p:ph idx="1" type="subTitle"/>
          </p:nvPr>
        </p:nvSpPr>
        <p:spPr>
          <a:xfrm>
            <a:off x="335627" y="3143713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37"/>
          <p:cNvSpPr/>
          <p:nvPr/>
        </p:nvSpPr>
        <p:spPr>
          <a:xfrm>
            <a:off x="3055339" y="3164944"/>
            <a:ext cx="2757300" cy="1683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37"/>
          <p:cNvSpPr/>
          <p:nvPr>
            <p:ph idx="2" type="pic"/>
          </p:nvPr>
        </p:nvSpPr>
        <p:spPr>
          <a:xfrm>
            <a:off x="305510" y="1313560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37"/>
          <p:cNvSpPr txBox="1"/>
          <p:nvPr>
            <p:ph idx="3" type="subTitle"/>
          </p:nvPr>
        </p:nvSpPr>
        <p:spPr>
          <a:xfrm>
            <a:off x="3085572" y="3143713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37"/>
          <p:cNvSpPr txBox="1"/>
          <p:nvPr>
            <p:ph idx="4" type="body"/>
          </p:nvPr>
        </p:nvSpPr>
        <p:spPr>
          <a:xfrm>
            <a:off x="329783" y="3743746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37"/>
          <p:cNvSpPr txBox="1"/>
          <p:nvPr>
            <p:ph idx="5" type="body"/>
          </p:nvPr>
        </p:nvSpPr>
        <p:spPr>
          <a:xfrm>
            <a:off x="3088466" y="3743746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37"/>
          <p:cNvSpPr/>
          <p:nvPr/>
        </p:nvSpPr>
        <p:spPr>
          <a:xfrm>
            <a:off x="3062463" y="809593"/>
            <a:ext cx="1136400" cy="503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37"/>
          <p:cNvSpPr/>
          <p:nvPr>
            <p:ph idx="6" type="pic"/>
          </p:nvPr>
        </p:nvSpPr>
        <p:spPr>
          <a:xfrm>
            <a:off x="3063994" y="1313560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3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3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7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8"/>
          <p:cNvSpPr/>
          <p:nvPr/>
        </p:nvSpPr>
        <p:spPr>
          <a:xfrm>
            <a:off x="298192" y="301228"/>
            <a:ext cx="2757300" cy="1012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297538" y="3164228"/>
            <a:ext cx="2763300" cy="1683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38"/>
          <p:cNvSpPr txBox="1"/>
          <p:nvPr>
            <p:ph idx="1" type="subTitle"/>
          </p:nvPr>
        </p:nvSpPr>
        <p:spPr>
          <a:xfrm>
            <a:off x="334178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38"/>
          <p:cNvSpPr/>
          <p:nvPr/>
        </p:nvSpPr>
        <p:spPr>
          <a:xfrm>
            <a:off x="3053889" y="3164228"/>
            <a:ext cx="2757300" cy="1683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38"/>
          <p:cNvSpPr txBox="1"/>
          <p:nvPr>
            <p:ph type="title"/>
          </p:nvPr>
        </p:nvSpPr>
        <p:spPr>
          <a:xfrm>
            <a:off x="276860" y="334005"/>
            <a:ext cx="27297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2" name="Google Shape;432;p38"/>
          <p:cNvSpPr/>
          <p:nvPr>
            <p:ph idx="2" type="pic"/>
          </p:nvPr>
        </p:nvSpPr>
        <p:spPr>
          <a:xfrm>
            <a:off x="304061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38"/>
          <p:cNvSpPr txBox="1"/>
          <p:nvPr>
            <p:ph idx="3" type="subTitle"/>
          </p:nvPr>
        </p:nvSpPr>
        <p:spPr>
          <a:xfrm>
            <a:off x="3084123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38"/>
          <p:cNvSpPr txBox="1"/>
          <p:nvPr>
            <p:ph idx="4" type="body"/>
          </p:nvPr>
        </p:nvSpPr>
        <p:spPr>
          <a:xfrm>
            <a:off x="328334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38"/>
          <p:cNvSpPr txBox="1"/>
          <p:nvPr>
            <p:ph idx="5" type="body"/>
          </p:nvPr>
        </p:nvSpPr>
        <p:spPr>
          <a:xfrm>
            <a:off x="3087016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38"/>
          <p:cNvSpPr/>
          <p:nvPr/>
        </p:nvSpPr>
        <p:spPr>
          <a:xfrm>
            <a:off x="3061014" y="808877"/>
            <a:ext cx="1136400" cy="503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38"/>
          <p:cNvSpPr/>
          <p:nvPr>
            <p:ph idx="6" type="pic"/>
          </p:nvPr>
        </p:nvSpPr>
        <p:spPr>
          <a:xfrm>
            <a:off x="3062545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3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0" name="Google Shape;440;p38"/>
          <p:cNvSpPr/>
          <p:nvPr/>
        </p:nvSpPr>
        <p:spPr>
          <a:xfrm>
            <a:off x="5811189" y="3164228"/>
            <a:ext cx="2757300" cy="1683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38"/>
          <p:cNvSpPr txBox="1"/>
          <p:nvPr>
            <p:ph idx="7" type="subTitle"/>
          </p:nvPr>
        </p:nvSpPr>
        <p:spPr>
          <a:xfrm>
            <a:off x="5841423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38"/>
          <p:cNvSpPr txBox="1"/>
          <p:nvPr>
            <p:ph idx="8" type="body"/>
          </p:nvPr>
        </p:nvSpPr>
        <p:spPr>
          <a:xfrm>
            <a:off x="5844316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3" name="Google Shape;443;p38"/>
          <p:cNvSpPr/>
          <p:nvPr>
            <p:ph idx="9" type="pic"/>
          </p:nvPr>
        </p:nvSpPr>
        <p:spPr>
          <a:xfrm>
            <a:off x="5819845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8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9"/>
          <p:cNvSpPr/>
          <p:nvPr>
            <p:ph idx="2" type="pic"/>
          </p:nvPr>
        </p:nvSpPr>
        <p:spPr>
          <a:xfrm>
            <a:off x="317500" y="1104900"/>
            <a:ext cx="8521800" cy="373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3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3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9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0"/>
          <p:cNvSpPr/>
          <p:nvPr>
            <p:ph idx="2" type="pic"/>
          </p:nvPr>
        </p:nvSpPr>
        <p:spPr>
          <a:xfrm>
            <a:off x="340412" y="3044150"/>
            <a:ext cx="20874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40"/>
          <p:cNvSpPr/>
          <p:nvPr>
            <p:ph idx="3" type="pic"/>
          </p:nvPr>
        </p:nvSpPr>
        <p:spPr>
          <a:xfrm>
            <a:off x="5649300" y="3044303"/>
            <a:ext cx="11901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40"/>
          <p:cNvSpPr/>
          <p:nvPr>
            <p:ph idx="4" type="pic"/>
          </p:nvPr>
        </p:nvSpPr>
        <p:spPr>
          <a:xfrm>
            <a:off x="340400" y="1690778"/>
            <a:ext cx="1416300" cy="133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40"/>
          <p:cNvSpPr/>
          <p:nvPr>
            <p:ph idx="5" type="pic"/>
          </p:nvPr>
        </p:nvSpPr>
        <p:spPr>
          <a:xfrm>
            <a:off x="2443047" y="3044052"/>
            <a:ext cx="1190100" cy="1322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40"/>
          <p:cNvSpPr/>
          <p:nvPr>
            <p:ph idx="6" type="pic"/>
          </p:nvPr>
        </p:nvSpPr>
        <p:spPr>
          <a:xfrm>
            <a:off x="3648504" y="3044048"/>
            <a:ext cx="19911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40"/>
          <p:cNvSpPr/>
          <p:nvPr>
            <p:ph idx="7" type="pic"/>
          </p:nvPr>
        </p:nvSpPr>
        <p:spPr>
          <a:xfrm>
            <a:off x="1767376" y="1263050"/>
            <a:ext cx="18813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40"/>
          <p:cNvSpPr/>
          <p:nvPr>
            <p:ph idx="8" type="pic"/>
          </p:nvPr>
        </p:nvSpPr>
        <p:spPr>
          <a:xfrm>
            <a:off x="3648523" y="1263050"/>
            <a:ext cx="15924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40"/>
          <p:cNvSpPr/>
          <p:nvPr>
            <p:ph idx="9" type="pic"/>
          </p:nvPr>
        </p:nvSpPr>
        <p:spPr>
          <a:xfrm>
            <a:off x="5240654" y="1263050"/>
            <a:ext cx="15987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40"/>
          <p:cNvSpPr/>
          <p:nvPr>
            <p:ph idx="13" type="pic"/>
          </p:nvPr>
        </p:nvSpPr>
        <p:spPr>
          <a:xfrm>
            <a:off x="6860149" y="1263050"/>
            <a:ext cx="1962600" cy="355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4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0" name="Google Shape;460;p40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40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2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8" name="Google Shape;468;p42"/>
          <p:cNvSpPr txBox="1"/>
          <p:nvPr>
            <p:ph idx="1" type="subTitle"/>
          </p:nvPr>
        </p:nvSpPr>
        <p:spPr>
          <a:xfrm>
            <a:off x="152606" y="832000"/>
            <a:ext cx="24345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69" name="Google Shape;469;p42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0" name="Google Shape;470;p42"/>
          <p:cNvGrpSpPr/>
          <p:nvPr/>
        </p:nvGrpSpPr>
        <p:grpSpPr>
          <a:xfrm>
            <a:off x="5866315" y="66973"/>
            <a:ext cx="2954947" cy="4587953"/>
            <a:chOff x="5866315" y="130139"/>
            <a:chExt cx="2954947" cy="4587953"/>
          </a:xfrm>
        </p:grpSpPr>
        <p:grpSp>
          <p:nvGrpSpPr>
            <p:cNvPr id="471" name="Google Shape;471;p42"/>
            <p:cNvGrpSpPr/>
            <p:nvPr/>
          </p:nvGrpSpPr>
          <p:grpSpPr>
            <a:xfrm rot="1800044">
              <a:off x="7145788" y="375652"/>
              <a:ext cx="1341270" cy="1340671"/>
              <a:chOff x="2441905" y="1248288"/>
              <a:chExt cx="1341300" cy="1340700"/>
            </a:xfrm>
          </p:grpSpPr>
          <p:sp>
            <p:nvSpPr>
              <p:cNvPr id="472" name="Google Shape;472;p42"/>
              <p:cNvSpPr/>
              <p:nvPr/>
            </p:nvSpPr>
            <p:spPr>
              <a:xfrm>
                <a:off x="2442055" y="1248288"/>
                <a:ext cx="1341000" cy="13407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73" name="Google Shape;473;p42"/>
              <p:cNvSpPr/>
              <p:nvPr/>
            </p:nvSpPr>
            <p:spPr>
              <a:xfrm rot="-945">
                <a:off x="2567155" y="1373238"/>
                <a:ext cx="1090800" cy="10908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74" name="Google Shape;474;p42"/>
            <p:cNvGrpSpPr/>
            <p:nvPr/>
          </p:nvGrpSpPr>
          <p:grpSpPr>
            <a:xfrm rot="2400131">
              <a:off x="7078016" y="3672082"/>
              <a:ext cx="868477" cy="868477"/>
              <a:chOff x="5015268" y="2960846"/>
              <a:chExt cx="868500" cy="868500"/>
            </a:xfrm>
          </p:grpSpPr>
          <p:sp>
            <p:nvSpPr>
              <p:cNvPr id="475" name="Google Shape;475;p42"/>
              <p:cNvSpPr/>
              <p:nvPr/>
            </p:nvSpPr>
            <p:spPr>
              <a:xfrm>
                <a:off x="5015268" y="2960846"/>
                <a:ext cx="868500" cy="868500"/>
              </a:xfrm>
              <a:prstGeom prst="roundRect">
                <a:avLst>
                  <a:gd fmla="val 14552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476" name="Google Shape;476;p42"/>
              <p:cNvGrpSpPr/>
              <p:nvPr/>
            </p:nvGrpSpPr>
            <p:grpSpPr>
              <a:xfrm>
                <a:off x="5133918" y="3105078"/>
                <a:ext cx="631200" cy="580035"/>
                <a:chOff x="5133582" y="3105408"/>
                <a:chExt cx="631200" cy="580035"/>
              </a:xfrm>
            </p:grpSpPr>
            <p:sp>
              <p:nvSpPr>
                <p:cNvPr id="477" name="Google Shape;477;p42"/>
                <p:cNvSpPr/>
                <p:nvPr/>
              </p:nvSpPr>
              <p:spPr>
                <a:xfrm rot="-4902">
                  <a:off x="5133582" y="3105858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478" name="Google Shape;478;p42"/>
                <p:cNvSpPr/>
                <p:nvPr/>
              </p:nvSpPr>
              <p:spPr>
                <a:xfrm rot="-4902">
                  <a:off x="5133582" y="3300756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479" name="Google Shape;479;p42"/>
                <p:cNvSpPr/>
                <p:nvPr/>
              </p:nvSpPr>
              <p:spPr>
                <a:xfrm rot="-4902">
                  <a:off x="5133582" y="3492693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</p:grpSp>
        <p:grpSp>
          <p:nvGrpSpPr>
            <p:cNvPr id="480" name="Google Shape;480;p42"/>
            <p:cNvGrpSpPr/>
            <p:nvPr/>
          </p:nvGrpSpPr>
          <p:grpSpPr>
            <a:xfrm rot="-600240">
              <a:off x="5979971" y="2008184"/>
              <a:ext cx="2727635" cy="1547250"/>
              <a:chOff x="6121180" y="1963945"/>
              <a:chExt cx="2727900" cy="1547400"/>
            </a:xfrm>
          </p:grpSpPr>
          <p:sp>
            <p:nvSpPr>
              <p:cNvPr id="481" name="Google Shape;481;p42"/>
              <p:cNvSpPr/>
              <p:nvPr/>
            </p:nvSpPr>
            <p:spPr>
              <a:xfrm rot="756">
                <a:off x="6121180" y="1964245"/>
                <a:ext cx="2727900" cy="1546800"/>
              </a:xfrm>
              <a:prstGeom prst="roundRect">
                <a:avLst>
                  <a:gd fmla="val 804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82" name="Google Shape;482;p42"/>
              <p:cNvSpPr/>
              <p:nvPr/>
            </p:nvSpPr>
            <p:spPr>
              <a:xfrm rot="5398209">
                <a:off x="7302225" y="2489024"/>
                <a:ext cx="575700" cy="497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83" name="Google Shape;483;p42"/>
            <p:cNvGrpSpPr/>
            <p:nvPr/>
          </p:nvGrpSpPr>
          <p:grpSpPr>
            <a:xfrm rot="-839923">
              <a:off x="6099076" y="520245"/>
              <a:ext cx="889199" cy="1584298"/>
              <a:chOff x="3614175" y="406175"/>
              <a:chExt cx="889200" cy="1584300"/>
            </a:xfrm>
          </p:grpSpPr>
          <p:sp>
            <p:nvSpPr>
              <p:cNvPr id="484" name="Google Shape;484;p42"/>
              <p:cNvSpPr/>
              <p:nvPr/>
            </p:nvSpPr>
            <p:spPr>
              <a:xfrm rot="4652">
                <a:off x="3615375" y="406774"/>
                <a:ext cx="886801" cy="1583102"/>
              </a:xfrm>
              <a:prstGeom prst="roundRect">
                <a:avLst>
                  <a:gd fmla="val 11359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85" name="Google Shape;485;p42"/>
              <p:cNvSpPr/>
              <p:nvPr/>
            </p:nvSpPr>
            <p:spPr>
              <a:xfrm rot="4290">
                <a:off x="3698175" y="488088"/>
                <a:ext cx="721201" cy="1100701"/>
              </a:xfrm>
              <a:prstGeom prst="roundRect">
                <a:avLst>
                  <a:gd fmla="val 8619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86" name="Google Shape;486;p42"/>
              <p:cNvSpPr/>
              <p:nvPr/>
            </p:nvSpPr>
            <p:spPr>
              <a:xfrm rot="5431">
                <a:off x="3682773" y="1655743"/>
                <a:ext cx="752005" cy="252558"/>
              </a:xfrm>
              <a:prstGeom prst="flowChartTermina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487" name="Google Shape;487;p42"/>
            <p:cNvSpPr/>
            <p:nvPr/>
          </p:nvSpPr>
          <p:spPr>
            <a:xfrm>
              <a:off x="6830386" y="186612"/>
              <a:ext cx="464700" cy="4023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88" name="Google Shape;488;p42"/>
            <p:cNvSpPr/>
            <p:nvPr/>
          </p:nvSpPr>
          <p:spPr>
            <a:xfrm>
              <a:off x="7742824" y="3481655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89" name="Google Shape;489;p42"/>
            <p:cNvSpPr/>
            <p:nvPr/>
          </p:nvSpPr>
          <p:spPr>
            <a:xfrm>
              <a:off x="8288974" y="1467844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0" name="Google Shape;490;p42"/>
            <p:cNvSpPr/>
            <p:nvPr/>
          </p:nvSpPr>
          <p:spPr>
            <a:xfrm rot="2400046">
              <a:off x="6545745" y="3772294"/>
              <a:ext cx="428439" cy="42843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491" name="Google Shape;491;p4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2" name="Google Shape;492;p42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3" name="Google Shape;493;p42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6" name="Google Shape;496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97" name="Google Shape;49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0" name="Google Shape;50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3" name="Google Shape;50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4" name="Google Shape;50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7" name="Google Shape;507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8" name="Google Shape;508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9" name="Google Shape;50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2" name="Google Shape;51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5" name="Google Shape;515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6" name="Google Shape;516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9" name="Google Shape;51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23" name="Google Shape;52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4" name="Google Shape;52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5" name="Google Shape;52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528" name="Google Shape;52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1" name="Google Shape;531;p5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32" name="Google Shape;532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7" name="Google Shape;537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5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9" name="Google Shape;539;p5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0" name="Google Shape;540;p5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1" name="Google Shape;541;p5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2" name="Google Shape;542;p5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3" name="Google Shape;543;p5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6" name="Google Shape;546;p5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47" name="Google Shape;547;p5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1" name="Google Shape;551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2" name="Google Shape;552;p5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53" name="Google Shape;553;p5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54" name="Google Shape;554;p5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5" name="Google Shape;555;p5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5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59" name="Google Shape;559;p5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60" name="Google Shape;560;p5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61" name="Google Shape;561;p5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2" name="Google Shape;562;p5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3" name="Google Shape;563;p5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4" name="Google Shape;564;p5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7" name="Google Shape;567;p5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68" name="Google Shape;568;p5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69" name="Google Shape;569;p5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70" name="Google Shape;570;p5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71" name="Google Shape;571;p5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2" name="Google Shape;572;p5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3" name="Google Shape;573;p5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4" name="Google Shape;574;p5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5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8" name="Google Shape;578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9" name="Google Shape;579;p5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82" name="Google Shape;582;p6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6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6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85" name="Google Shape;58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6" name="Google Shape;58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7" name="Google Shape;587;p6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8" name="Google Shape;588;p6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91" name="Google Shape;591;p6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6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6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94" name="Google Shape;594;p6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6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96" name="Google Shape;596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7" name="Google Shape;59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8" name="Google Shape;598;p6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6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0" name="Google Shape;600;p6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603" name="Google Shape;60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6" name="Google Shape;606;p6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6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6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6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6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6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6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3" name="Google Shape;613;p6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6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5" name="Google Shape;615;p6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with Image">
  <p:cSld name="TITLE_1_1"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7" name="Google Shape;617;p64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8" name="Google Shape;618;p6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9" name="Google Shape;619;p6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20" name="Google Shape;620;p6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21" name="Google Shape;621;p64"/>
          <p:cNvSpPr txBox="1"/>
          <p:nvPr>
            <p:ph type="title"/>
          </p:nvPr>
        </p:nvSpPr>
        <p:spPr>
          <a:xfrm>
            <a:off x="146450" y="186951"/>
            <a:ext cx="4506900" cy="25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2" name="Google Shape;622;p64"/>
          <p:cNvSpPr txBox="1"/>
          <p:nvPr>
            <p:ph idx="3" type="body"/>
          </p:nvPr>
        </p:nvSpPr>
        <p:spPr>
          <a:xfrm>
            <a:off x="5145950" y="230050"/>
            <a:ext cx="34209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23" name="Google Shape;623;p64"/>
          <p:cNvSpPr/>
          <p:nvPr>
            <p:ph idx="4" type="pic"/>
          </p:nvPr>
        </p:nvSpPr>
        <p:spPr>
          <a:xfrm>
            <a:off x="5256200" y="1554480"/>
            <a:ext cx="3200400" cy="451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1">
  <p:cSld name="TITLE_1_1_1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5" name="Google Shape;625;p6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6" name="Google Shape;626;p6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p6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28" name="Google Shape;628;p6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29" name="Google Shape;629;p65"/>
          <p:cNvSpPr txBox="1"/>
          <p:nvPr>
            <p:ph type="title"/>
          </p:nvPr>
        </p:nvSpPr>
        <p:spPr>
          <a:xfrm>
            <a:off x="146450" y="182880"/>
            <a:ext cx="45069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0" name="Google Shape;630;p65"/>
          <p:cNvSpPr txBox="1"/>
          <p:nvPr>
            <p:ph idx="3" type="body"/>
          </p:nvPr>
        </p:nvSpPr>
        <p:spPr>
          <a:xfrm>
            <a:off x="15713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31" name="Google Shape;631;p65"/>
          <p:cNvSpPr txBox="1"/>
          <p:nvPr>
            <p:ph idx="4" type="body"/>
          </p:nvPr>
        </p:nvSpPr>
        <p:spPr>
          <a:xfrm>
            <a:off x="3280200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32" name="Google Shape;632;p65"/>
          <p:cNvSpPr txBox="1"/>
          <p:nvPr>
            <p:ph idx="5" type="body"/>
          </p:nvPr>
        </p:nvSpPr>
        <p:spPr>
          <a:xfrm>
            <a:off x="640628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33" name="Google Shape;633;p65"/>
          <p:cNvSpPr txBox="1"/>
          <p:nvPr>
            <p:ph idx="6" type="subTitle"/>
          </p:nvPr>
        </p:nvSpPr>
        <p:spPr>
          <a:xfrm>
            <a:off x="154113" y="3566150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34" name="Google Shape;634;p65"/>
          <p:cNvSpPr txBox="1"/>
          <p:nvPr>
            <p:ph idx="7" type="subTitle"/>
          </p:nvPr>
        </p:nvSpPr>
        <p:spPr>
          <a:xfrm>
            <a:off x="3280200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35" name="Google Shape;635;p65"/>
          <p:cNvSpPr txBox="1"/>
          <p:nvPr>
            <p:ph idx="8" type="subTitle"/>
          </p:nvPr>
        </p:nvSpPr>
        <p:spPr>
          <a:xfrm>
            <a:off x="6406288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2">
  <p:cSld name="TITLE_1_1_1_1"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7" name="Google Shape;637;p6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8" name="Google Shape;638;p6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9" name="Google Shape;639;p6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40" name="Google Shape;640;p66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41" name="Google Shape;641;p66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2" name="Google Shape;642;p66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43" name="Google Shape;643;p66"/>
          <p:cNvSpPr txBox="1"/>
          <p:nvPr>
            <p:ph idx="4" type="body"/>
          </p:nvPr>
        </p:nvSpPr>
        <p:spPr>
          <a:xfrm>
            <a:off x="411480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44" name="Google Shape;644;p66"/>
          <p:cNvSpPr txBox="1"/>
          <p:nvPr>
            <p:ph idx="5" type="subTitle"/>
          </p:nvPr>
        </p:nvSpPr>
        <p:spPr>
          <a:xfrm>
            <a:off x="411480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45" name="Google Shape;645;p66"/>
          <p:cNvSpPr txBox="1"/>
          <p:nvPr>
            <p:ph idx="6" type="body"/>
          </p:nvPr>
        </p:nvSpPr>
        <p:spPr>
          <a:xfrm>
            <a:off x="649224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46" name="Google Shape;646;p66"/>
          <p:cNvSpPr txBox="1"/>
          <p:nvPr>
            <p:ph idx="7" type="subTitle"/>
          </p:nvPr>
        </p:nvSpPr>
        <p:spPr>
          <a:xfrm>
            <a:off x="649224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47" name="Google Shape;647;p66"/>
          <p:cNvSpPr txBox="1"/>
          <p:nvPr>
            <p:ph idx="8" type="body"/>
          </p:nvPr>
        </p:nvSpPr>
        <p:spPr>
          <a:xfrm>
            <a:off x="411480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48" name="Google Shape;648;p66"/>
          <p:cNvSpPr txBox="1"/>
          <p:nvPr>
            <p:ph idx="9" type="subTitle"/>
          </p:nvPr>
        </p:nvSpPr>
        <p:spPr>
          <a:xfrm>
            <a:off x="411480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49" name="Google Shape;649;p66"/>
          <p:cNvSpPr txBox="1"/>
          <p:nvPr>
            <p:ph idx="13" type="body"/>
          </p:nvPr>
        </p:nvSpPr>
        <p:spPr>
          <a:xfrm>
            <a:off x="649224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50" name="Google Shape;650;p66"/>
          <p:cNvSpPr txBox="1"/>
          <p:nvPr>
            <p:ph idx="14" type="subTitle"/>
          </p:nvPr>
        </p:nvSpPr>
        <p:spPr>
          <a:xfrm>
            <a:off x="649224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">
  <p:cSld name="TITLE_1_1_1_1_1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2" name="Google Shape;652;p6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6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4" name="Google Shape;654;p6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55" name="Google Shape;655;p6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56" name="Google Shape;656;p67"/>
          <p:cNvSpPr txBox="1"/>
          <p:nvPr>
            <p:ph type="title"/>
          </p:nvPr>
        </p:nvSpPr>
        <p:spPr>
          <a:xfrm>
            <a:off x="7086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7" name="Google Shape;657;p67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">
  <p:cSld name="TITLE_1_1_1_1_1_2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9" name="Google Shape;659;p68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0" name="Google Shape;660;p6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1" name="Google Shape;661;p68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62" name="Google Shape;662;p68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63" name="Google Shape;663;p68"/>
          <p:cNvSpPr txBox="1"/>
          <p:nvPr>
            <p:ph type="title"/>
          </p:nvPr>
        </p:nvSpPr>
        <p:spPr>
          <a:xfrm>
            <a:off x="53660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4" name="Google Shape;664;p68"/>
          <p:cNvSpPr txBox="1"/>
          <p:nvPr>
            <p:ph idx="3" type="body"/>
          </p:nvPr>
        </p:nvSpPr>
        <p:spPr>
          <a:xfrm>
            <a:off x="53660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TITLE_1_1_1_1_1_2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6" name="Google Shape;666;p69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7" name="Google Shape;667;p6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8" name="Google Shape;668;p69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69" name="Google Shape;669;p69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Top">
  <p:cSld name="TITLE_1_1_1_1_1_2_1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1" name="Google Shape;671;p70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2" name="Google Shape;672;p7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3" name="Google Shape;673;p70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74" name="Google Shape;674;p70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75" name="Google Shape;675;p70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6" name="Google Shape;676;p70"/>
          <p:cNvSpPr txBox="1"/>
          <p:nvPr>
            <p:ph idx="3" type="body"/>
          </p:nvPr>
        </p:nvSpPr>
        <p:spPr>
          <a:xfrm>
            <a:off x="5028550" y="230050"/>
            <a:ext cx="35382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Q">
  <p:cSld name="TITLE_1_1_1_1_1_2_1_2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1"/>
          <p:cNvSpPr txBox="1"/>
          <p:nvPr>
            <p:ph idx="1" type="body"/>
          </p:nvPr>
        </p:nvSpPr>
        <p:spPr>
          <a:xfrm>
            <a:off x="5023625" y="657479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679" name="Google Shape;679;p71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7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71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82" name="Google Shape;682;p71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83" name="Google Shape;683;p71"/>
          <p:cNvSpPr txBox="1"/>
          <p:nvPr>
            <p:ph type="title"/>
          </p:nvPr>
        </p:nvSpPr>
        <p:spPr>
          <a:xfrm>
            <a:off x="146450" y="186948"/>
            <a:ext cx="4506900" cy="12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4" name="Google Shape;684;p71"/>
          <p:cNvSpPr txBox="1"/>
          <p:nvPr>
            <p:ph idx="4" type="subTitle"/>
          </p:nvPr>
        </p:nvSpPr>
        <p:spPr>
          <a:xfrm>
            <a:off x="5023625" y="218925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85" name="Google Shape;685;p71"/>
          <p:cNvSpPr txBox="1"/>
          <p:nvPr>
            <p:ph idx="5" type="body"/>
          </p:nvPr>
        </p:nvSpPr>
        <p:spPr>
          <a:xfrm>
            <a:off x="5023625" y="2214467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86" name="Google Shape;686;p71"/>
          <p:cNvSpPr txBox="1"/>
          <p:nvPr>
            <p:ph idx="6" type="subTitle"/>
          </p:nvPr>
        </p:nvSpPr>
        <p:spPr>
          <a:xfrm>
            <a:off x="5023625" y="1775913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87" name="Google Shape;687;p71"/>
          <p:cNvSpPr txBox="1"/>
          <p:nvPr>
            <p:ph idx="7" type="body"/>
          </p:nvPr>
        </p:nvSpPr>
        <p:spPr>
          <a:xfrm>
            <a:off x="5023625" y="3771454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88" name="Google Shape;688;p71"/>
          <p:cNvSpPr txBox="1"/>
          <p:nvPr>
            <p:ph idx="8" type="subTitle"/>
          </p:nvPr>
        </p:nvSpPr>
        <p:spPr>
          <a:xfrm>
            <a:off x="5023625" y="3332900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TITLE_1_1_1_1_1_2_1_1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0" name="Google Shape;690;p72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1" name="Google Shape;691;p7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2" name="Google Shape;692;p72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93" name="Google Shape;693;p72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94" name="Google Shape;694;p72"/>
          <p:cNvSpPr txBox="1"/>
          <p:nvPr>
            <p:ph type="title"/>
          </p:nvPr>
        </p:nvSpPr>
        <p:spPr>
          <a:xfrm>
            <a:off x="146450" y="186949"/>
            <a:ext cx="45069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5" name="Google Shape;695;p72"/>
          <p:cNvSpPr txBox="1"/>
          <p:nvPr>
            <p:ph idx="3" type="body"/>
          </p:nvPr>
        </p:nvSpPr>
        <p:spPr>
          <a:xfrm>
            <a:off x="14645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96" name="Google Shape;696;p72"/>
          <p:cNvSpPr txBox="1"/>
          <p:nvPr>
            <p:ph idx="4" type="subTitle"/>
          </p:nvPr>
        </p:nvSpPr>
        <p:spPr>
          <a:xfrm>
            <a:off x="14645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97" name="Google Shape;697;p72"/>
          <p:cNvSpPr txBox="1"/>
          <p:nvPr>
            <p:ph idx="5" type="body"/>
          </p:nvPr>
        </p:nvSpPr>
        <p:spPr>
          <a:xfrm>
            <a:off x="14645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98" name="Google Shape;698;p72"/>
          <p:cNvSpPr txBox="1"/>
          <p:nvPr>
            <p:ph idx="6" type="subTitle"/>
          </p:nvPr>
        </p:nvSpPr>
        <p:spPr>
          <a:xfrm>
            <a:off x="14645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99" name="Google Shape;699;p72"/>
          <p:cNvSpPr txBox="1"/>
          <p:nvPr>
            <p:ph idx="7" type="body"/>
          </p:nvPr>
        </p:nvSpPr>
        <p:spPr>
          <a:xfrm>
            <a:off x="387932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700" name="Google Shape;700;p72"/>
          <p:cNvSpPr txBox="1"/>
          <p:nvPr>
            <p:ph idx="8" type="subTitle"/>
          </p:nvPr>
        </p:nvSpPr>
        <p:spPr>
          <a:xfrm>
            <a:off x="387932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701" name="Google Shape;701;p72"/>
          <p:cNvSpPr txBox="1"/>
          <p:nvPr>
            <p:ph idx="9" type="body"/>
          </p:nvPr>
        </p:nvSpPr>
        <p:spPr>
          <a:xfrm>
            <a:off x="387932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702" name="Google Shape;702;p72"/>
          <p:cNvSpPr txBox="1"/>
          <p:nvPr>
            <p:ph idx="13" type="subTitle"/>
          </p:nvPr>
        </p:nvSpPr>
        <p:spPr>
          <a:xfrm>
            <a:off x="387932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TITLE_1_1_1_1_1_1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4" name="Google Shape;704;p73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5" name="Google Shape;705;p7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6" name="Google Shape;706;p73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07" name="Google Shape;707;p73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08" name="Google Shape;708;p73"/>
          <p:cNvSpPr txBox="1"/>
          <p:nvPr>
            <p:ph idx="3" type="body"/>
          </p:nvPr>
        </p:nvSpPr>
        <p:spPr>
          <a:xfrm>
            <a:off x="53813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709" name="Google Shape;709;p73"/>
          <p:cNvSpPr txBox="1"/>
          <p:nvPr>
            <p:ph idx="4" type="body"/>
          </p:nvPr>
        </p:nvSpPr>
        <p:spPr>
          <a:xfrm>
            <a:off x="3280200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710" name="Google Shape;710;p73"/>
          <p:cNvSpPr txBox="1"/>
          <p:nvPr>
            <p:ph idx="5" type="body"/>
          </p:nvPr>
        </p:nvSpPr>
        <p:spPr>
          <a:xfrm>
            <a:off x="602528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711" name="Google Shape;711;p73"/>
          <p:cNvSpPr txBox="1"/>
          <p:nvPr>
            <p:ph idx="6" type="subTitle"/>
          </p:nvPr>
        </p:nvSpPr>
        <p:spPr>
          <a:xfrm>
            <a:off x="535113" y="216218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712" name="Google Shape;712;p73"/>
          <p:cNvSpPr txBox="1"/>
          <p:nvPr>
            <p:ph idx="7" type="subTitle"/>
          </p:nvPr>
        </p:nvSpPr>
        <p:spPr>
          <a:xfrm>
            <a:off x="3280200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713" name="Google Shape;713;p73"/>
          <p:cNvSpPr txBox="1"/>
          <p:nvPr>
            <p:ph idx="8" type="subTitle"/>
          </p:nvPr>
        </p:nvSpPr>
        <p:spPr>
          <a:xfrm>
            <a:off x="6025288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Blank">
  <p:cSld name="TITLE_1_1_1_1_1_1_1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4"/>
          <p:cNvSpPr/>
          <p:nvPr/>
        </p:nvSpPr>
        <p:spPr>
          <a:xfrm>
            <a:off x="4830625" y="579550"/>
            <a:ext cx="3188700" cy="6824700"/>
          </a:xfrm>
          <a:prstGeom prst="roundRect">
            <a:avLst>
              <a:gd fmla="val 16566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6" name="Google Shape;716;p7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7" name="Google Shape;717;p7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18" name="Google Shape;718;p7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19" name="Google Shape;719;p74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0" name="Google Shape;720;p74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721" name="Google Shape;721;p74"/>
          <p:cNvSpPr/>
          <p:nvPr/>
        </p:nvSpPr>
        <p:spPr>
          <a:xfrm>
            <a:off x="4625575" y="4726725"/>
            <a:ext cx="3598800" cy="4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22" name="Google Shape;722;p74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with Image">
  <p:cSld name="TITLE_1_1_1_1_1_1_1_1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5" name="Google Shape;725;p7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26" name="Google Shape;726;p7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27" name="Google Shape;727;p75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8" name="Google Shape;728;p75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729" name="Google Shape;729;p7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0" name="Google Shape;730;p75"/>
          <p:cNvSpPr/>
          <p:nvPr>
            <p:ph idx="4" type="pic"/>
          </p:nvPr>
        </p:nvSpPr>
        <p:spPr>
          <a:xfrm>
            <a:off x="4839625" y="589800"/>
            <a:ext cx="3169800" cy="68025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">
  <p:cSld name="TITLE_1_1_1_1_1_1_1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76"/>
          <p:cNvSpPr/>
          <p:nvPr>
            <p:ph idx="2" type="pic"/>
          </p:nvPr>
        </p:nvSpPr>
        <p:spPr>
          <a:xfrm>
            <a:off x="4506725" y="1592725"/>
            <a:ext cx="4389000" cy="2724900"/>
          </a:xfrm>
          <a:prstGeom prst="roundRect">
            <a:avLst>
              <a:gd fmla="val 7298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76"/>
          <p:cNvSpPr/>
          <p:nvPr>
            <p:ph idx="3" type="pic"/>
          </p:nvPr>
        </p:nvSpPr>
        <p:spPr>
          <a:xfrm>
            <a:off x="2058025" y="1592725"/>
            <a:ext cx="1947600" cy="2724900"/>
          </a:xfrm>
          <a:prstGeom prst="roundRect">
            <a:avLst>
              <a:gd fmla="val 800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76"/>
          <p:cNvSpPr/>
          <p:nvPr>
            <p:ph idx="4" type="pic"/>
          </p:nvPr>
        </p:nvSpPr>
        <p:spPr>
          <a:xfrm>
            <a:off x="244425" y="1592725"/>
            <a:ext cx="1312500" cy="27249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p76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736" name="Google Shape;736;p76"/>
          <p:cNvSpPr txBox="1"/>
          <p:nvPr/>
        </p:nvSpPr>
        <p:spPr>
          <a:xfrm>
            <a:off x="2047975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737" name="Google Shape;737;p76"/>
          <p:cNvSpPr txBox="1"/>
          <p:nvPr/>
        </p:nvSpPr>
        <p:spPr>
          <a:xfrm>
            <a:off x="450672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738" name="Google Shape;738;p7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9" name="Google Shape;739;p7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0" name="Google Shape;740;p7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41" name="Google Shape;741;p76"/>
          <p:cNvSpPr txBox="1"/>
          <p:nvPr>
            <p:ph idx="5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 - No Images">
  <p:cSld name="TITLE_1_1_1_1_1_1_1_1_1_1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7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744" name="Google Shape;744;p77"/>
          <p:cNvSpPr txBox="1"/>
          <p:nvPr/>
        </p:nvSpPr>
        <p:spPr>
          <a:xfrm>
            <a:off x="2047950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745" name="Google Shape;745;p77"/>
          <p:cNvSpPr txBox="1"/>
          <p:nvPr/>
        </p:nvSpPr>
        <p:spPr>
          <a:xfrm>
            <a:off x="450667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746" name="Google Shape;746;p7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7" name="Google Shape;747;p7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8" name="Google Shape;748;p7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49" name="Google Shape;749;p7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66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68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50.xml"/><Relationship Id="rId33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49.xml"/><Relationship Id="rId3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54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53.xml"/><Relationship Id="rId36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"/>
              <a:buNone/>
              <a:defRPr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500700" y="114300"/>
            <a:ext cx="5289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614575" y="2355900"/>
            <a:ext cx="53409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738">
          <p15:clr>
            <a:srgbClr val="E46962"/>
          </p15:clr>
        </p15:guide>
        <p15:guide id="3" pos="405">
          <p15:clr>
            <a:srgbClr val="E46962"/>
          </p15:clr>
        </p15:guide>
        <p15:guide id="4" pos="1396">
          <p15:clr>
            <a:srgbClr val="E46962"/>
          </p15:clr>
        </p15:guide>
        <p15:guide id="5" pos="1067">
          <p15:clr>
            <a:srgbClr val="E46962"/>
          </p15:clr>
        </p15:guide>
        <p15:guide id="6" pos="1725">
          <p15:clr>
            <a:srgbClr val="E46962"/>
          </p15:clr>
        </p15:guide>
        <p15:guide id="7" pos="2054">
          <p15:clr>
            <a:srgbClr val="E46962"/>
          </p15:clr>
        </p15:guide>
        <p15:guide id="8" pos="2387">
          <p15:clr>
            <a:srgbClr val="E46962"/>
          </p15:clr>
        </p15:guide>
        <p15:guide id="9" pos="2720">
          <p15:clr>
            <a:srgbClr val="E46962"/>
          </p15:clr>
        </p15:guide>
        <p15:guide id="10" pos="3049">
          <p15:clr>
            <a:srgbClr val="E46962"/>
          </p15:clr>
        </p15:guide>
        <p15:guide id="11" pos="3378">
          <p15:clr>
            <a:srgbClr val="E46962"/>
          </p15:clr>
        </p15:guide>
        <p15:guide id="12" pos="3706">
          <p15:clr>
            <a:srgbClr val="E46962"/>
          </p15:clr>
        </p15:guide>
        <p15:guide id="13" pos="4035">
          <p15:clr>
            <a:srgbClr val="E46962"/>
          </p15:clr>
        </p15:guide>
        <p15:guide id="14" pos="4364">
          <p15:clr>
            <a:srgbClr val="E46962"/>
          </p15:clr>
        </p15:guide>
        <p15:guide id="15" pos="4693">
          <p15:clr>
            <a:srgbClr val="E46962"/>
          </p15:clr>
        </p15:guide>
        <p15:guide id="16" pos="5025">
          <p15:clr>
            <a:srgbClr val="E46962"/>
          </p15:clr>
        </p15:guide>
        <p15:guide id="17" pos="5355">
          <p15:clr>
            <a:srgbClr val="E46962"/>
          </p15:clr>
        </p15:guide>
        <p15:guide id="18" pos="5688">
          <p15:clr>
            <a:srgbClr val="E46962"/>
          </p15:clr>
        </p15:guide>
        <p15:guide id="19" orient="horz" pos="72">
          <p15:clr>
            <a:srgbClr val="E46962"/>
          </p15:clr>
        </p15:guide>
        <p15:guide id="20" orient="horz" pos="417">
          <p15:clr>
            <a:srgbClr val="E46962"/>
          </p15:clr>
        </p15:guide>
        <p15:guide id="21" orient="horz" pos="415">
          <p15:clr>
            <a:srgbClr val="E46962"/>
          </p15:clr>
        </p15:guide>
        <p15:guide id="22" orient="horz" pos="761">
          <p15:clr>
            <a:srgbClr val="E46962"/>
          </p15:clr>
        </p15:guide>
        <p15:guide id="23" orient="horz" pos="1101">
          <p15:clr>
            <a:srgbClr val="E46962"/>
          </p15:clr>
        </p15:guide>
        <p15:guide id="24" orient="horz" pos="1449">
          <p15:clr>
            <a:srgbClr val="E46962"/>
          </p15:clr>
        </p15:guide>
        <p15:guide id="25" orient="horz" pos="1791">
          <p15:clr>
            <a:srgbClr val="E46962"/>
          </p15:clr>
        </p15:guide>
        <p15:guide id="26" orient="horz" pos="2134">
          <p15:clr>
            <a:srgbClr val="E46962"/>
          </p15:clr>
        </p15:guide>
        <p15:guide id="27" orient="horz" pos="2479">
          <p15:clr>
            <a:srgbClr val="E46962"/>
          </p15:clr>
        </p15:guide>
        <p15:guide id="28" orient="horz" pos="2825">
          <p15:clr>
            <a:srgbClr val="E46962"/>
          </p15:clr>
        </p15:guide>
        <p15:guide id="29" orient="horz" pos="3166">
          <p15:clr>
            <a:srgbClr val="E46962"/>
          </p15:clr>
        </p15:guide>
        <p15:guide id="30" pos="184">
          <p15:clr>
            <a:srgbClr val="E46962"/>
          </p15:clr>
        </p15:guide>
        <p15:guide id="31" orient="horz" pos="184">
          <p15:clr>
            <a:srgbClr val="E46962"/>
          </p15:clr>
        </p15:guide>
        <p15:guide id="32" pos="5576">
          <p15:clr>
            <a:srgbClr val="E46962"/>
          </p15:clr>
        </p15:guide>
        <p15:guide id="33" orient="horz" pos="1620">
          <p15:clr>
            <a:srgbClr val="E46962"/>
          </p15:clr>
        </p15:guide>
        <p15:guide id="34" orient="horz" pos="1716">
          <p15:clr>
            <a:srgbClr val="E46962"/>
          </p15:clr>
        </p15:guide>
        <p15:guide id="35" orient="horz" pos="3059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1"/>
          <p:cNvSpPr txBox="1"/>
          <p:nvPr>
            <p:ph type="title"/>
          </p:nvPr>
        </p:nvSpPr>
        <p:spPr>
          <a:xfrm>
            <a:off x="109800" y="108525"/>
            <a:ext cx="8806800" cy="2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Lexend Medium"/>
              <a:buNone/>
              <a:defRPr sz="7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64" name="Google Shape;464;p41"/>
          <p:cNvSpPr txBox="1"/>
          <p:nvPr>
            <p:ph idx="1" type="body"/>
          </p:nvPr>
        </p:nvSpPr>
        <p:spPr>
          <a:xfrm>
            <a:off x="109800" y="2829950"/>
            <a:ext cx="85206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5" name="Google Shape;465;p4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jp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lively-infinity-488304-m9.web.app/login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78"/>
          <p:cNvSpPr txBox="1"/>
          <p:nvPr>
            <p:ph idx="3" type="body"/>
          </p:nvPr>
        </p:nvSpPr>
        <p:spPr>
          <a:xfrm>
            <a:off x="1103688" y="3201575"/>
            <a:ext cx="3807300" cy="9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SemiBold"/>
                <a:ea typeface="Lexend SemiBold"/>
                <a:cs typeface="Lexend SemiBold"/>
                <a:sym typeface="Lexend SemiBold"/>
              </a:rPr>
              <a:t>Trupal Patel</a:t>
            </a:r>
            <a:endParaRPr sz="1800"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Lexend SemiBold"/>
                <a:ea typeface="Lexend SemiBold"/>
                <a:cs typeface="Lexend SemiBold"/>
                <a:sym typeface="Lexend SemiBold"/>
              </a:rPr>
              <a:t>Richard Zins (Advisor)</a:t>
            </a:r>
            <a:endParaRPr sz="1800"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755" name="Google Shape;755;p78" title="BigLogo.png"/>
          <p:cNvPicPr preferRelativeResize="0"/>
          <p:nvPr/>
        </p:nvPicPr>
        <p:blipFill rotWithShape="1">
          <a:blip r:embed="rId3">
            <a:alphaModFix/>
          </a:blip>
          <a:srcRect b="21575" l="11382" r="9902" t="19908"/>
          <a:stretch/>
        </p:blipFill>
        <p:spPr>
          <a:xfrm>
            <a:off x="1609626" y="932700"/>
            <a:ext cx="2795425" cy="20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7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2" name="Google Shape;762;p79"/>
          <p:cNvSpPr txBox="1"/>
          <p:nvPr>
            <p:ph idx="2" type="body"/>
          </p:nvPr>
        </p:nvSpPr>
        <p:spPr>
          <a:xfrm>
            <a:off x="240253" y="4695237"/>
            <a:ext cx="16305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00"/>
              <a:t>RetailSync</a:t>
            </a:r>
            <a:endParaRPr b="1" sz="1300"/>
          </a:p>
        </p:txBody>
      </p:sp>
      <p:sp>
        <p:nvSpPr>
          <p:cNvPr id="763" name="Google Shape;763;p79"/>
          <p:cNvSpPr txBox="1"/>
          <p:nvPr>
            <p:ph type="title"/>
          </p:nvPr>
        </p:nvSpPr>
        <p:spPr>
          <a:xfrm>
            <a:off x="616101" y="137175"/>
            <a:ext cx="49836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Problem Statement - POS</a:t>
            </a:r>
            <a:endParaRPr b="1" sz="5500"/>
          </a:p>
        </p:txBody>
      </p:sp>
      <p:sp>
        <p:nvSpPr>
          <p:cNvPr id="764" name="Google Shape;764;p79"/>
          <p:cNvSpPr txBox="1"/>
          <p:nvPr>
            <p:ph idx="3" type="body"/>
          </p:nvPr>
        </p:nvSpPr>
        <p:spPr>
          <a:xfrm>
            <a:off x="449900" y="803279"/>
            <a:ext cx="8489700" cy="6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Retail bookkeeping often starts with printed POS slips and monthly summaries that are stored physically and reviewed manually when sales tax or daily register cash needs to be calculated.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5" name="Google Shape;765;p79" title="WhatsApp Image 2026-05-20 at 10.20.43.jpe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691" l="6347" r="6347" t="0"/>
          <a:stretch/>
        </p:blipFill>
        <p:spPr>
          <a:xfrm>
            <a:off x="1340275" y="1461875"/>
            <a:ext cx="1395000" cy="2753100"/>
          </a:xfrm>
          <a:prstGeom prst="roundRect">
            <a:avLst>
              <a:gd fmla="val 1589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6" name="Google Shape;766;p79" title="Screenshot 2026-05-20 at 1.33.06 AM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1167" l="0" r="0" t="11175"/>
          <a:stretch/>
        </p:blipFill>
        <p:spPr>
          <a:xfrm>
            <a:off x="3517512" y="1541050"/>
            <a:ext cx="5028000" cy="2499000"/>
          </a:xfrm>
          <a:prstGeom prst="roundRect">
            <a:avLst>
              <a:gd fmla="val 1589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7" name="Google Shape;767;p79"/>
          <p:cNvSpPr txBox="1"/>
          <p:nvPr/>
        </p:nvSpPr>
        <p:spPr>
          <a:xfrm>
            <a:off x="1338868" y="4262450"/>
            <a:ext cx="743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Printed Report                                                        Sale Tax Calculation Sheet</a:t>
            </a:r>
            <a:endParaRPr b="1"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68" name="Google Shape;768;p79" title="ic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093" y="137165"/>
            <a:ext cx="512025" cy="51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8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4" name="Google Shape;774;p80"/>
          <p:cNvSpPr txBox="1"/>
          <p:nvPr>
            <p:ph type="title"/>
          </p:nvPr>
        </p:nvSpPr>
        <p:spPr>
          <a:xfrm>
            <a:off x="616100" y="137175"/>
            <a:ext cx="61878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Problem Statement - Accounting</a:t>
            </a:r>
            <a:endParaRPr b="1" sz="5500"/>
          </a:p>
        </p:txBody>
      </p:sp>
      <p:sp>
        <p:nvSpPr>
          <p:cNvPr id="775" name="Google Shape;775;p80"/>
          <p:cNvSpPr txBox="1"/>
          <p:nvPr>
            <p:ph idx="3" type="body"/>
          </p:nvPr>
        </p:nvSpPr>
        <p:spPr>
          <a:xfrm>
            <a:off x="449900" y="790862"/>
            <a:ext cx="8489700" cy="4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Bank statements must be reviewed line by line and manually entered into QuickBooks, requiring each transaction to be categorized, matched, and confirmed before posting.</a:t>
            </a:r>
            <a:endParaRPr sz="1400"/>
          </a:p>
        </p:txBody>
      </p:sp>
      <p:pic>
        <p:nvPicPr>
          <p:cNvPr id="776" name="Google Shape;776;p80" title="Screenshot 2026-05-20 at 1.57.26 A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0" l="0" r="0" t="90"/>
          <a:stretch/>
        </p:blipFill>
        <p:spPr>
          <a:xfrm>
            <a:off x="4536850" y="1541050"/>
            <a:ext cx="4114800" cy="2555100"/>
          </a:xfrm>
          <a:prstGeom prst="roundRect">
            <a:avLst>
              <a:gd fmla="val 1589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7" name="Google Shape;777;p80" title="page-002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2990" l="0" r="0" t="2999"/>
          <a:stretch/>
        </p:blipFill>
        <p:spPr>
          <a:xfrm>
            <a:off x="1349100" y="1541050"/>
            <a:ext cx="2054100" cy="2555100"/>
          </a:xfrm>
          <a:prstGeom prst="roundRect">
            <a:avLst>
              <a:gd fmla="val 1589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8" name="Google Shape;778;p80"/>
          <p:cNvSpPr txBox="1"/>
          <p:nvPr/>
        </p:nvSpPr>
        <p:spPr>
          <a:xfrm>
            <a:off x="1658950" y="4096150"/>
            <a:ext cx="73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Bank 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Statement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			                          	           Quickbooks Register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79" name="Google Shape;779;p80" title="ic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093" y="137165"/>
            <a:ext cx="512025" cy="515106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80"/>
          <p:cNvSpPr txBox="1"/>
          <p:nvPr>
            <p:ph idx="2" type="body"/>
          </p:nvPr>
        </p:nvSpPr>
        <p:spPr>
          <a:xfrm>
            <a:off x="240253" y="4695237"/>
            <a:ext cx="16305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00"/>
              <a:t>RetailSync</a:t>
            </a:r>
            <a:endParaRPr b="1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8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6" name="Google Shape;786;p81"/>
          <p:cNvSpPr txBox="1"/>
          <p:nvPr>
            <p:ph idx="2" type="body"/>
          </p:nvPr>
        </p:nvSpPr>
        <p:spPr>
          <a:xfrm>
            <a:off x="240253" y="4695237"/>
            <a:ext cx="16305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00"/>
              <a:t>RetailSync</a:t>
            </a:r>
            <a:endParaRPr b="1" sz="1300"/>
          </a:p>
        </p:txBody>
      </p:sp>
      <p:sp>
        <p:nvSpPr>
          <p:cNvPr id="787" name="Google Shape;787;p81"/>
          <p:cNvSpPr txBox="1"/>
          <p:nvPr>
            <p:ph type="title"/>
          </p:nvPr>
        </p:nvSpPr>
        <p:spPr>
          <a:xfrm>
            <a:off x="616100" y="137175"/>
            <a:ext cx="3586500" cy="51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Project Goal</a:t>
            </a:r>
            <a:endParaRPr b="1" sz="5500"/>
          </a:p>
        </p:txBody>
      </p:sp>
      <p:pic>
        <p:nvPicPr>
          <p:cNvPr id="788" name="Google Shape;788;p81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93" y="137165"/>
            <a:ext cx="512025" cy="515106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81"/>
          <p:cNvSpPr txBox="1"/>
          <p:nvPr>
            <p:ph idx="3" type="body"/>
          </p:nvPr>
        </p:nvSpPr>
        <p:spPr>
          <a:xfrm>
            <a:off x="449900" y="790862"/>
            <a:ext cx="8489700" cy="4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Build a structured retail bookkeeping workflow that helps users digitize POS records, review bank statements, and prepare accounting entries before QuickBooks posting.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81"/>
          <p:cNvSpPr txBox="1"/>
          <p:nvPr>
            <p:ph idx="4294967295" type="subTitle"/>
          </p:nvPr>
        </p:nvSpPr>
        <p:spPr>
          <a:xfrm>
            <a:off x="635100" y="3258031"/>
            <a:ext cx="2416500" cy="299100"/>
          </a:xfrm>
          <a:prstGeom prst="rect">
            <a:avLst/>
          </a:prstGeom>
        </p:spPr>
        <p:txBody>
          <a:bodyPr anchorCtr="0" anchor="t" bIns="88425" lIns="88425" spcFirstLastPara="1" rIns="88425" wrap="square" tIns="88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161"/>
              </a:spcAft>
              <a:buNone/>
            </a:pPr>
            <a:r>
              <a:rPr b="1" lang="en" sz="1348">
                <a:latin typeface="Lexend"/>
                <a:ea typeface="Lexend"/>
                <a:cs typeface="Lexend"/>
                <a:sym typeface="Lexend"/>
              </a:rPr>
              <a:t>Digitize POS Records</a:t>
            </a:r>
            <a:endParaRPr sz="1348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791" name="Google Shape;791;p81"/>
          <p:cNvSpPr txBox="1"/>
          <p:nvPr>
            <p:ph idx="4294967295" type="subTitle"/>
          </p:nvPr>
        </p:nvSpPr>
        <p:spPr>
          <a:xfrm>
            <a:off x="5942401" y="3258031"/>
            <a:ext cx="2817000" cy="299100"/>
          </a:xfrm>
          <a:prstGeom prst="rect">
            <a:avLst/>
          </a:prstGeom>
        </p:spPr>
        <p:txBody>
          <a:bodyPr anchorCtr="0" anchor="t" bIns="88425" lIns="88425" spcFirstLastPara="1" rIns="88425" wrap="square" tIns="88425">
            <a:noAutofit/>
          </a:bodyPr>
          <a:lstStyle/>
          <a:p>
            <a:pPr indent="0" lvl="0" marL="0" rtl="0" algn="l">
              <a:spcBef>
                <a:spcPts val="1161"/>
              </a:spcBef>
              <a:spcAft>
                <a:spcPts val="0"/>
              </a:spcAft>
              <a:buNone/>
            </a:pPr>
            <a:r>
              <a:rPr b="1" lang="en" sz="1300">
                <a:latin typeface="Lexend"/>
                <a:ea typeface="Lexend"/>
                <a:cs typeface="Lexend"/>
                <a:sym typeface="Lexend"/>
              </a:rPr>
              <a:t>Streamline Accounting Review</a:t>
            </a:r>
            <a:endParaRPr b="1"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161"/>
              </a:spcBef>
              <a:spcAft>
                <a:spcPts val="1161"/>
              </a:spcAft>
              <a:buNone/>
            </a:pPr>
            <a:r>
              <a:t/>
            </a:r>
            <a:endParaRPr sz="116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81"/>
          <p:cNvSpPr txBox="1"/>
          <p:nvPr/>
        </p:nvSpPr>
        <p:spPr>
          <a:xfrm>
            <a:off x="3218089" y="3190951"/>
            <a:ext cx="25578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Reports 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50000"/>
              </a:lnSpc>
              <a:spcBef>
                <a:spcPts val="1034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&amp; 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50000"/>
              </a:lnSpc>
              <a:spcBef>
                <a:spcPts val="1034"/>
              </a:spcBef>
              <a:spcAft>
                <a:spcPts val="1034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Sale Tax Calculations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3" name="Google Shape;793;p81"/>
          <p:cNvGrpSpPr/>
          <p:nvPr/>
        </p:nvGrpSpPr>
        <p:grpSpPr>
          <a:xfrm>
            <a:off x="3805052" y="1774954"/>
            <a:ext cx="1214063" cy="1165910"/>
            <a:chOff x="2545513" y="2082614"/>
            <a:chExt cx="939750" cy="871774"/>
          </a:xfrm>
        </p:grpSpPr>
        <p:grpSp>
          <p:nvGrpSpPr>
            <p:cNvPr id="794" name="Google Shape;794;p81"/>
            <p:cNvGrpSpPr/>
            <p:nvPr/>
          </p:nvGrpSpPr>
          <p:grpSpPr>
            <a:xfrm>
              <a:off x="2545513" y="2354613"/>
              <a:ext cx="939750" cy="599775"/>
              <a:chOff x="2545513" y="2354613"/>
              <a:chExt cx="939750" cy="599775"/>
            </a:xfrm>
          </p:grpSpPr>
          <p:sp>
            <p:nvSpPr>
              <p:cNvPr id="795" name="Google Shape;795;p81"/>
              <p:cNvSpPr/>
              <p:nvPr/>
            </p:nvSpPr>
            <p:spPr>
              <a:xfrm>
                <a:off x="2545513" y="2757288"/>
                <a:ext cx="196800" cy="19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2250" lIns="122250" spcFirstLastPara="1" rIns="122250" wrap="square" tIns="122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72">
                  <a:solidFill>
                    <a:schemeClr val="dk1"/>
                  </a:solidFill>
                </a:endParaRPr>
              </a:p>
            </p:txBody>
          </p:sp>
          <p:sp>
            <p:nvSpPr>
              <p:cNvPr id="796" name="Google Shape;796;p81"/>
              <p:cNvSpPr/>
              <p:nvPr/>
            </p:nvSpPr>
            <p:spPr>
              <a:xfrm>
                <a:off x="2793175" y="2575351"/>
                <a:ext cx="196800" cy="37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2250" lIns="122250" spcFirstLastPara="1" rIns="122250" wrap="square" tIns="122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72">
                  <a:solidFill>
                    <a:schemeClr val="dk1"/>
                  </a:solidFill>
                </a:endParaRPr>
              </a:p>
            </p:txBody>
          </p:sp>
          <p:sp>
            <p:nvSpPr>
              <p:cNvPr id="797" name="Google Shape;797;p81"/>
              <p:cNvSpPr/>
              <p:nvPr/>
            </p:nvSpPr>
            <p:spPr>
              <a:xfrm>
                <a:off x="3040813" y="2490813"/>
                <a:ext cx="196800" cy="463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2250" lIns="122250" spcFirstLastPara="1" rIns="122250" wrap="square" tIns="122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72">
                  <a:solidFill>
                    <a:schemeClr val="dk1"/>
                  </a:solidFill>
                </a:endParaRPr>
              </a:p>
            </p:txBody>
          </p:sp>
          <p:sp>
            <p:nvSpPr>
              <p:cNvPr id="798" name="Google Shape;798;p81"/>
              <p:cNvSpPr/>
              <p:nvPr/>
            </p:nvSpPr>
            <p:spPr>
              <a:xfrm>
                <a:off x="3288463" y="2354613"/>
                <a:ext cx="196800" cy="599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2250" lIns="122250" spcFirstLastPara="1" rIns="122250" wrap="square" tIns="122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72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799" name="Google Shape;799;p81"/>
            <p:cNvGrpSpPr/>
            <p:nvPr/>
          </p:nvGrpSpPr>
          <p:grpSpPr>
            <a:xfrm>
              <a:off x="2615263" y="2082614"/>
              <a:ext cx="800263" cy="460438"/>
              <a:chOff x="2615263" y="2206150"/>
              <a:chExt cx="800263" cy="460438"/>
            </a:xfrm>
          </p:grpSpPr>
          <p:sp>
            <p:nvSpPr>
              <p:cNvPr id="800" name="Google Shape;800;p81"/>
              <p:cNvSpPr/>
              <p:nvPr/>
            </p:nvSpPr>
            <p:spPr>
              <a:xfrm>
                <a:off x="2615263" y="2609288"/>
                <a:ext cx="57300" cy="57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22250" lIns="122250" spcFirstLastPara="1" rIns="122250" wrap="square" tIns="122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72">
                  <a:solidFill>
                    <a:schemeClr val="dk1"/>
                  </a:solidFill>
                </a:endParaRPr>
              </a:p>
            </p:txBody>
          </p:sp>
          <p:sp>
            <p:nvSpPr>
              <p:cNvPr id="801" name="Google Shape;801;p81"/>
              <p:cNvSpPr/>
              <p:nvPr/>
            </p:nvSpPr>
            <p:spPr>
              <a:xfrm>
                <a:off x="2862925" y="2386675"/>
                <a:ext cx="57300" cy="57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22250" lIns="122250" spcFirstLastPara="1" rIns="122250" wrap="square" tIns="122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72">
                  <a:solidFill>
                    <a:schemeClr val="dk1"/>
                  </a:solidFill>
                </a:endParaRPr>
              </a:p>
            </p:txBody>
          </p:sp>
          <p:sp>
            <p:nvSpPr>
              <p:cNvPr id="802" name="Google Shape;802;p81"/>
              <p:cNvSpPr/>
              <p:nvPr/>
            </p:nvSpPr>
            <p:spPr>
              <a:xfrm>
                <a:off x="3110575" y="2386663"/>
                <a:ext cx="57300" cy="57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22250" lIns="122250" spcFirstLastPara="1" rIns="122250" wrap="square" tIns="122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72">
                  <a:solidFill>
                    <a:schemeClr val="dk1"/>
                  </a:solidFill>
                </a:endParaRPr>
              </a:p>
            </p:txBody>
          </p:sp>
          <p:sp>
            <p:nvSpPr>
              <p:cNvPr id="803" name="Google Shape;803;p81"/>
              <p:cNvSpPr/>
              <p:nvPr/>
            </p:nvSpPr>
            <p:spPr>
              <a:xfrm>
                <a:off x="3358225" y="2206150"/>
                <a:ext cx="57300" cy="57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22250" lIns="122250" spcFirstLastPara="1" rIns="122250" wrap="square" tIns="122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72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804" name="Google Shape;804;p81"/>
              <p:cNvCxnSpPr/>
              <p:nvPr/>
            </p:nvCxnSpPr>
            <p:spPr>
              <a:xfrm flipH="1" rot="10800000">
                <a:off x="2642416" y="2414884"/>
                <a:ext cx="250800" cy="222000"/>
              </a:xfrm>
              <a:prstGeom prst="straightConnector1">
                <a:avLst/>
              </a:prstGeom>
              <a:noFill/>
              <a:ln cap="flat" cmpd="sng" w="254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5" name="Google Shape;805;p81"/>
              <p:cNvCxnSpPr/>
              <p:nvPr/>
            </p:nvCxnSpPr>
            <p:spPr>
              <a:xfrm>
                <a:off x="2891275" y="2415613"/>
                <a:ext cx="249000" cy="0"/>
              </a:xfrm>
              <a:prstGeom prst="straightConnector1">
                <a:avLst/>
              </a:prstGeom>
              <a:noFill/>
              <a:ln cap="flat" cmpd="sng" w="254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" name="Google Shape;806;p81"/>
              <p:cNvCxnSpPr/>
              <p:nvPr/>
            </p:nvCxnSpPr>
            <p:spPr>
              <a:xfrm flipH="1" rot="10800000">
                <a:off x="3140375" y="2233825"/>
                <a:ext cx="255000" cy="184500"/>
              </a:xfrm>
              <a:prstGeom prst="straightConnector1">
                <a:avLst/>
              </a:prstGeom>
              <a:noFill/>
              <a:ln cap="flat" cmpd="sng" w="254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07" name="Google Shape;807;p81"/>
          <p:cNvGrpSpPr/>
          <p:nvPr/>
        </p:nvGrpSpPr>
        <p:grpSpPr>
          <a:xfrm>
            <a:off x="1152600" y="2046051"/>
            <a:ext cx="861404" cy="1096285"/>
            <a:chOff x="7558725" y="2132899"/>
            <a:chExt cx="681814" cy="838139"/>
          </a:xfrm>
        </p:grpSpPr>
        <p:grpSp>
          <p:nvGrpSpPr>
            <p:cNvPr id="808" name="Google Shape;808;p81"/>
            <p:cNvGrpSpPr/>
            <p:nvPr/>
          </p:nvGrpSpPr>
          <p:grpSpPr>
            <a:xfrm>
              <a:off x="7558725" y="2222838"/>
              <a:ext cx="599700" cy="748200"/>
              <a:chOff x="7558725" y="2222838"/>
              <a:chExt cx="599700" cy="748200"/>
            </a:xfrm>
          </p:grpSpPr>
          <p:sp>
            <p:nvSpPr>
              <p:cNvPr id="809" name="Google Shape;809;p81"/>
              <p:cNvSpPr/>
              <p:nvPr/>
            </p:nvSpPr>
            <p:spPr>
              <a:xfrm>
                <a:off x="7558725" y="2222838"/>
                <a:ext cx="599700" cy="748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19575" lIns="119575" spcFirstLastPara="1" rIns="119575" wrap="square" tIns="1195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31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810" name="Google Shape;810;p81"/>
              <p:cNvGrpSpPr/>
              <p:nvPr/>
            </p:nvGrpSpPr>
            <p:grpSpPr>
              <a:xfrm>
                <a:off x="7635375" y="2384363"/>
                <a:ext cx="446400" cy="301800"/>
                <a:chOff x="7635375" y="2384363"/>
                <a:chExt cx="446400" cy="301800"/>
              </a:xfrm>
            </p:grpSpPr>
            <p:cxnSp>
              <p:nvCxnSpPr>
                <p:cNvPr id="811" name="Google Shape;811;p81"/>
                <p:cNvCxnSpPr/>
                <p:nvPr/>
              </p:nvCxnSpPr>
              <p:spPr>
                <a:xfrm>
                  <a:off x="7635375" y="2484963"/>
                  <a:ext cx="446400" cy="0"/>
                </a:xfrm>
                <a:prstGeom prst="straightConnector1">
                  <a:avLst/>
                </a:prstGeom>
                <a:noFill/>
                <a:ln cap="flat" cmpd="sng" w="249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" name="Google Shape;812;p81"/>
                <p:cNvCxnSpPr/>
                <p:nvPr/>
              </p:nvCxnSpPr>
              <p:spPr>
                <a:xfrm>
                  <a:off x="7635375" y="2585563"/>
                  <a:ext cx="446400" cy="0"/>
                </a:xfrm>
                <a:prstGeom prst="straightConnector1">
                  <a:avLst/>
                </a:prstGeom>
                <a:noFill/>
                <a:ln cap="flat" cmpd="sng" w="249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3" name="Google Shape;813;p81"/>
                <p:cNvCxnSpPr/>
                <p:nvPr/>
              </p:nvCxnSpPr>
              <p:spPr>
                <a:xfrm>
                  <a:off x="7635375" y="2686163"/>
                  <a:ext cx="293400" cy="0"/>
                </a:xfrm>
                <a:prstGeom prst="straightConnector1">
                  <a:avLst/>
                </a:prstGeom>
                <a:noFill/>
                <a:ln cap="flat" cmpd="sng" w="249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4" name="Google Shape;814;p81"/>
                <p:cNvCxnSpPr/>
                <p:nvPr/>
              </p:nvCxnSpPr>
              <p:spPr>
                <a:xfrm>
                  <a:off x="7635375" y="2384363"/>
                  <a:ext cx="446400" cy="0"/>
                </a:xfrm>
                <a:prstGeom prst="straightConnector1">
                  <a:avLst/>
                </a:prstGeom>
                <a:noFill/>
                <a:ln cap="flat" cmpd="sng" w="249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815" name="Google Shape;815;p81"/>
            <p:cNvGrpSpPr/>
            <p:nvPr/>
          </p:nvGrpSpPr>
          <p:grpSpPr>
            <a:xfrm>
              <a:off x="7661833" y="2177767"/>
              <a:ext cx="532200" cy="690000"/>
              <a:chOff x="7635375" y="2204225"/>
              <a:chExt cx="532200" cy="690000"/>
            </a:xfrm>
          </p:grpSpPr>
          <p:cxnSp>
            <p:nvCxnSpPr>
              <p:cNvPr id="816" name="Google Shape;816;p81"/>
              <p:cNvCxnSpPr/>
              <p:nvPr/>
            </p:nvCxnSpPr>
            <p:spPr>
              <a:xfrm>
                <a:off x="7635375" y="2213511"/>
                <a:ext cx="529500" cy="0"/>
              </a:xfrm>
              <a:prstGeom prst="straightConnector1">
                <a:avLst/>
              </a:prstGeom>
              <a:noFill/>
              <a:ln cap="flat" cmpd="sng" w="249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7" name="Google Shape;817;p81"/>
              <p:cNvCxnSpPr/>
              <p:nvPr/>
            </p:nvCxnSpPr>
            <p:spPr>
              <a:xfrm rot="10800000">
                <a:off x="8167575" y="2204225"/>
                <a:ext cx="0" cy="690000"/>
              </a:xfrm>
              <a:prstGeom prst="straightConnector1">
                <a:avLst/>
              </a:prstGeom>
              <a:noFill/>
              <a:ln cap="flat" cmpd="sng" w="249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18" name="Google Shape;818;p81"/>
            <p:cNvGrpSpPr/>
            <p:nvPr/>
          </p:nvGrpSpPr>
          <p:grpSpPr>
            <a:xfrm>
              <a:off x="7687050" y="2132899"/>
              <a:ext cx="553489" cy="690000"/>
              <a:chOff x="7614086" y="2204225"/>
              <a:chExt cx="553489" cy="690000"/>
            </a:xfrm>
          </p:grpSpPr>
          <p:cxnSp>
            <p:nvCxnSpPr>
              <p:cNvPr id="819" name="Google Shape;819;p81"/>
              <p:cNvCxnSpPr/>
              <p:nvPr/>
            </p:nvCxnSpPr>
            <p:spPr>
              <a:xfrm>
                <a:off x="7614086" y="2213501"/>
                <a:ext cx="550800" cy="0"/>
              </a:xfrm>
              <a:prstGeom prst="straightConnector1">
                <a:avLst/>
              </a:prstGeom>
              <a:noFill/>
              <a:ln cap="flat" cmpd="sng" w="249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0" name="Google Shape;820;p81"/>
              <p:cNvCxnSpPr/>
              <p:nvPr/>
            </p:nvCxnSpPr>
            <p:spPr>
              <a:xfrm rot="10800000">
                <a:off x="8167575" y="2204225"/>
                <a:ext cx="0" cy="690000"/>
              </a:xfrm>
              <a:prstGeom prst="straightConnector1">
                <a:avLst/>
              </a:prstGeom>
              <a:noFill/>
              <a:ln cap="flat" cmpd="sng" w="249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21" name="Google Shape;821;p81"/>
          <p:cNvGrpSpPr/>
          <p:nvPr/>
        </p:nvGrpSpPr>
        <p:grpSpPr>
          <a:xfrm rot="1852176">
            <a:off x="7073428" y="1970961"/>
            <a:ext cx="726918" cy="1014629"/>
            <a:chOff x="4088240" y="-284559"/>
            <a:chExt cx="967500" cy="1331646"/>
          </a:xfrm>
        </p:grpSpPr>
        <p:sp>
          <p:nvSpPr>
            <p:cNvPr id="822" name="Google Shape;822;p81"/>
            <p:cNvSpPr/>
            <p:nvPr/>
          </p:nvSpPr>
          <p:spPr>
            <a:xfrm>
              <a:off x="4088240" y="-159513"/>
              <a:ext cx="967500" cy="1206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02275" lIns="102275" spcFirstLastPara="1" rIns="102275" wrap="square" tIns="102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66">
                <a:solidFill>
                  <a:schemeClr val="dk1"/>
                </a:solidFill>
              </a:endParaRPr>
            </a:p>
          </p:txBody>
        </p:sp>
        <p:sp>
          <p:nvSpPr>
            <p:cNvPr id="823" name="Google Shape;823;p81"/>
            <p:cNvSpPr/>
            <p:nvPr/>
          </p:nvSpPr>
          <p:spPr>
            <a:xfrm rot="3677">
              <a:off x="4291490" y="-284259"/>
              <a:ext cx="561000" cy="173700"/>
            </a:xfrm>
            <a:prstGeom prst="rect">
              <a:avLst/>
            </a:prstGeom>
            <a:noFill/>
            <a:ln cap="flat" cmpd="sng" w="21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2275" lIns="102275" spcFirstLastPara="1" rIns="102275" wrap="square" tIns="102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66">
                <a:solidFill>
                  <a:schemeClr val="dk1"/>
                </a:solidFill>
              </a:endParaRPr>
            </a:p>
          </p:txBody>
        </p:sp>
        <p:grpSp>
          <p:nvGrpSpPr>
            <p:cNvPr id="824" name="Google Shape;824;p81"/>
            <p:cNvGrpSpPr/>
            <p:nvPr/>
          </p:nvGrpSpPr>
          <p:grpSpPr>
            <a:xfrm>
              <a:off x="4193061" y="10914"/>
              <a:ext cx="757859" cy="865745"/>
              <a:chOff x="5556250" y="851150"/>
              <a:chExt cx="757859" cy="865745"/>
            </a:xfrm>
          </p:grpSpPr>
          <p:cxnSp>
            <p:nvCxnSpPr>
              <p:cNvPr id="825" name="Google Shape;825;p81"/>
              <p:cNvCxnSpPr/>
              <p:nvPr/>
            </p:nvCxnSpPr>
            <p:spPr>
              <a:xfrm rot="-29499">
                <a:off x="5786080" y="1211141"/>
                <a:ext cx="524419" cy="0"/>
              </a:xfrm>
              <a:prstGeom prst="straightConnector1">
                <a:avLst/>
              </a:prstGeom>
              <a:noFill/>
              <a:ln cap="flat" cmpd="sng" w="213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6" name="Google Shape;826;p81"/>
              <p:cNvCxnSpPr/>
              <p:nvPr/>
            </p:nvCxnSpPr>
            <p:spPr>
              <a:xfrm rot="-29499">
                <a:off x="5787867" y="1438320"/>
                <a:ext cx="524419" cy="0"/>
              </a:xfrm>
              <a:prstGeom prst="straightConnector1">
                <a:avLst/>
              </a:prstGeom>
              <a:noFill/>
              <a:ln cap="flat" cmpd="sng" w="213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7" name="Google Shape;827;p81"/>
              <p:cNvCxnSpPr/>
              <p:nvPr/>
            </p:nvCxnSpPr>
            <p:spPr>
              <a:xfrm rot="-29499">
                <a:off x="5789699" y="1665500"/>
                <a:ext cx="524419" cy="0"/>
              </a:xfrm>
              <a:prstGeom prst="straightConnector1">
                <a:avLst/>
              </a:prstGeom>
              <a:noFill/>
              <a:ln cap="flat" cmpd="sng" w="213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28" name="Google Shape;828;p81"/>
              <p:cNvSpPr/>
              <p:nvPr/>
            </p:nvSpPr>
            <p:spPr>
              <a:xfrm rot="-20163">
                <a:off x="5584255" y="1159935"/>
                <a:ext cx="102302" cy="102302"/>
              </a:xfrm>
              <a:prstGeom prst="rect">
                <a:avLst/>
              </a:prstGeom>
              <a:noFill/>
              <a:ln cap="flat" cmpd="sng" w="213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2275" lIns="102275" spcFirstLastPara="1" rIns="102275" wrap="square" tIns="102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66">
                  <a:solidFill>
                    <a:schemeClr val="dk1"/>
                  </a:solidFill>
                </a:endParaRPr>
              </a:p>
            </p:txBody>
          </p:sp>
          <p:sp>
            <p:nvSpPr>
              <p:cNvPr id="829" name="Google Shape;829;p81"/>
              <p:cNvSpPr/>
              <p:nvPr/>
            </p:nvSpPr>
            <p:spPr>
              <a:xfrm rot="-20163">
                <a:off x="5586071" y="1387114"/>
                <a:ext cx="102302" cy="102302"/>
              </a:xfrm>
              <a:prstGeom prst="rect">
                <a:avLst/>
              </a:prstGeom>
              <a:noFill/>
              <a:ln cap="flat" cmpd="sng" w="213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2275" lIns="102275" spcFirstLastPara="1" rIns="102275" wrap="square" tIns="102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66">
                  <a:solidFill>
                    <a:schemeClr val="dk1"/>
                  </a:solidFill>
                </a:endParaRPr>
              </a:p>
            </p:txBody>
          </p:sp>
          <p:sp>
            <p:nvSpPr>
              <p:cNvPr id="830" name="Google Shape;830;p81"/>
              <p:cNvSpPr/>
              <p:nvPr/>
            </p:nvSpPr>
            <p:spPr>
              <a:xfrm rot="-20163">
                <a:off x="5587887" y="1614294"/>
                <a:ext cx="102302" cy="102302"/>
              </a:xfrm>
              <a:prstGeom prst="rect">
                <a:avLst/>
              </a:prstGeom>
              <a:noFill/>
              <a:ln cap="flat" cmpd="sng" w="213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2275" lIns="102275" spcFirstLastPara="1" rIns="102275" wrap="square" tIns="102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66">
                  <a:solidFill>
                    <a:schemeClr val="dk1"/>
                  </a:solidFill>
                </a:endParaRPr>
              </a:p>
            </p:txBody>
          </p:sp>
          <p:sp>
            <p:nvSpPr>
              <p:cNvPr id="831" name="Google Shape;831;p81"/>
              <p:cNvSpPr/>
              <p:nvPr/>
            </p:nvSpPr>
            <p:spPr>
              <a:xfrm>
                <a:off x="5556250" y="851150"/>
                <a:ext cx="189275" cy="183175"/>
              </a:xfrm>
              <a:custGeom>
                <a:rect b="b" l="l" r="r" t="t"/>
                <a:pathLst>
                  <a:path extrusionOk="0" h="7327" w="7571">
                    <a:moveTo>
                      <a:pt x="0" y="3789"/>
                    </a:moveTo>
                    <a:lnTo>
                      <a:pt x="3245" y="7327"/>
                    </a:lnTo>
                    <a:lnTo>
                      <a:pt x="7571" y="0"/>
                    </a:lnTo>
                  </a:path>
                </a:pathLst>
              </a:custGeom>
              <a:noFill/>
              <a:ln cap="flat" cmpd="sng" w="213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832" name="Google Shape;832;p81"/>
              <p:cNvCxnSpPr/>
              <p:nvPr/>
            </p:nvCxnSpPr>
            <p:spPr>
              <a:xfrm rot="-29499">
                <a:off x="5786080" y="983941"/>
                <a:ext cx="524419" cy="0"/>
              </a:xfrm>
              <a:prstGeom prst="straightConnector1">
                <a:avLst/>
              </a:prstGeom>
              <a:noFill/>
              <a:ln cap="flat" cmpd="sng" w="213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8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8" name="Google Shape;838;p82"/>
          <p:cNvSpPr txBox="1"/>
          <p:nvPr>
            <p:ph type="title"/>
          </p:nvPr>
        </p:nvSpPr>
        <p:spPr>
          <a:xfrm>
            <a:off x="616100" y="137175"/>
            <a:ext cx="61878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Solution </a:t>
            </a:r>
            <a:r>
              <a:rPr b="1" lang="en" sz="2600"/>
              <a:t>Approach - POS</a:t>
            </a:r>
            <a:endParaRPr b="1" sz="5500"/>
          </a:p>
        </p:txBody>
      </p:sp>
      <p:sp>
        <p:nvSpPr>
          <p:cNvPr id="839" name="Google Shape;839;p82"/>
          <p:cNvSpPr txBox="1"/>
          <p:nvPr>
            <p:ph idx="3" type="body"/>
          </p:nvPr>
        </p:nvSpPr>
        <p:spPr>
          <a:xfrm>
            <a:off x="449900" y="790862"/>
            <a:ext cx="8489700" cy="4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POS workflow was digitized using Google Forms and Google Sheets, allowing daily report data to be captured, cleaned, calculated, and prepared for use inside RetailSync.</a:t>
            </a:r>
            <a:endParaRPr sz="1400"/>
          </a:p>
        </p:txBody>
      </p:sp>
      <p:pic>
        <p:nvPicPr>
          <p:cNvPr id="840" name="Google Shape;840;p82" title="Screenshot 2026-05-20 at 2.38.26 A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285" l="0" r="0" t="5285"/>
          <a:stretch/>
        </p:blipFill>
        <p:spPr>
          <a:xfrm>
            <a:off x="4370884" y="1541050"/>
            <a:ext cx="4114800" cy="2555100"/>
          </a:xfrm>
          <a:prstGeom prst="roundRect">
            <a:avLst>
              <a:gd fmla="val 1589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41" name="Google Shape;841;p82" title="WhatsApp Image 2026-05-20 at 02.34.29.jpe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530" l="0" r="0" t="17935"/>
          <a:stretch/>
        </p:blipFill>
        <p:spPr>
          <a:xfrm>
            <a:off x="1349100" y="1541050"/>
            <a:ext cx="1294200" cy="2555100"/>
          </a:xfrm>
          <a:prstGeom prst="roundRect">
            <a:avLst>
              <a:gd fmla="val 1589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2" name="Google Shape;842;p82"/>
          <p:cNvSpPr txBox="1"/>
          <p:nvPr/>
        </p:nvSpPr>
        <p:spPr>
          <a:xfrm>
            <a:off x="1134425" y="4096150"/>
            <a:ext cx="787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Daily POS Data Form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			                          	           Clean Data Sheet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43" name="Google Shape;843;p82" title="ic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093" y="137165"/>
            <a:ext cx="512025" cy="515106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82"/>
          <p:cNvSpPr txBox="1"/>
          <p:nvPr>
            <p:ph idx="2" type="body"/>
          </p:nvPr>
        </p:nvSpPr>
        <p:spPr>
          <a:xfrm>
            <a:off x="240253" y="4695237"/>
            <a:ext cx="16305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00"/>
              <a:t>RetailSync</a:t>
            </a:r>
            <a:endParaRPr b="1" sz="1300"/>
          </a:p>
        </p:txBody>
      </p:sp>
      <p:grpSp>
        <p:nvGrpSpPr>
          <p:cNvPr id="845" name="Google Shape;845;p82"/>
          <p:cNvGrpSpPr/>
          <p:nvPr/>
        </p:nvGrpSpPr>
        <p:grpSpPr>
          <a:xfrm>
            <a:off x="3011304" y="2682457"/>
            <a:ext cx="1049641" cy="272302"/>
            <a:chOff x="993425" y="2458163"/>
            <a:chExt cx="438300" cy="154200"/>
          </a:xfrm>
        </p:grpSpPr>
        <p:cxnSp>
          <p:nvCxnSpPr>
            <p:cNvPr id="846" name="Google Shape;846;p82"/>
            <p:cNvCxnSpPr/>
            <p:nvPr/>
          </p:nvCxnSpPr>
          <p:spPr>
            <a:xfrm>
              <a:off x="993425" y="2535263"/>
              <a:ext cx="304800" cy="0"/>
            </a:xfrm>
            <a:prstGeom prst="straightConnector1">
              <a:avLst/>
            </a:prstGeom>
            <a:noFill/>
            <a:ln cap="flat" cmpd="sng" w="51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7" name="Google Shape;847;p82"/>
            <p:cNvSpPr/>
            <p:nvPr/>
          </p:nvSpPr>
          <p:spPr>
            <a:xfrm rot="5400000">
              <a:off x="1287875" y="2468513"/>
              <a:ext cx="154200" cy="133500"/>
            </a:xfrm>
            <a:prstGeom prst="triangle">
              <a:avLst>
                <a:gd fmla="val 50000" name="adj"/>
              </a:avLst>
            </a:prstGeom>
            <a:noFill/>
            <a:ln cap="flat" cmpd="sng" w="51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7225" lIns="247225" spcFirstLastPara="1" rIns="247225" wrap="square" tIns="247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786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8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3" name="Google Shape;853;p83"/>
          <p:cNvSpPr txBox="1"/>
          <p:nvPr>
            <p:ph type="title"/>
          </p:nvPr>
        </p:nvSpPr>
        <p:spPr>
          <a:xfrm>
            <a:off x="616100" y="137175"/>
            <a:ext cx="6187800" cy="5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Solution Approach - Accounting</a:t>
            </a:r>
            <a:endParaRPr b="1" sz="5500"/>
          </a:p>
        </p:txBody>
      </p:sp>
      <p:sp>
        <p:nvSpPr>
          <p:cNvPr id="854" name="Google Shape;854;p83"/>
          <p:cNvSpPr txBox="1"/>
          <p:nvPr>
            <p:ph idx="3" type="body"/>
          </p:nvPr>
        </p:nvSpPr>
        <p:spPr>
          <a:xfrm>
            <a:off x="449900" y="790862"/>
            <a:ext cx="8489700" cy="4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To reduce manual bank statement entry, I evaluated multiple JavaScript PDF parser packages, compared their extraction accuracy, and used bounding-box results to verify which approach worked best for RetailSync’s accounting review workflow.</a:t>
            </a:r>
            <a:endParaRPr sz="1400"/>
          </a:p>
        </p:txBody>
      </p:sp>
      <p:pic>
        <p:nvPicPr>
          <p:cNvPr id="855" name="Google Shape;855;p83" title="Screenshot 2026-05-20 at 2.46.10 A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9795" l="0" r="31502" t="0"/>
          <a:stretch/>
        </p:blipFill>
        <p:spPr>
          <a:xfrm>
            <a:off x="515450" y="1782044"/>
            <a:ext cx="4139400" cy="2415900"/>
          </a:xfrm>
          <a:prstGeom prst="roundRect">
            <a:avLst>
              <a:gd fmla="val 1589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6" name="Google Shape;856;p83" title="Screenshot 2026-05-20 at 2.48.17 AM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24420" l="0" r="-1595" t="0"/>
          <a:stretch/>
        </p:blipFill>
        <p:spPr>
          <a:xfrm>
            <a:off x="4903875" y="1733344"/>
            <a:ext cx="3851700" cy="2415900"/>
          </a:xfrm>
          <a:prstGeom prst="roundRect">
            <a:avLst>
              <a:gd fmla="val 1589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7" name="Google Shape;857;p83"/>
          <p:cNvSpPr txBox="1"/>
          <p:nvPr/>
        </p:nvSpPr>
        <p:spPr>
          <a:xfrm>
            <a:off x="889475" y="4197944"/>
            <a:ext cx="81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JavaScript PDF Parser Package Comparison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			                      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Check Detection 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58" name="Google Shape;858;p83" title="ic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093" y="137165"/>
            <a:ext cx="512025" cy="515106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83"/>
          <p:cNvSpPr txBox="1"/>
          <p:nvPr>
            <p:ph idx="2" type="body"/>
          </p:nvPr>
        </p:nvSpPr>
        <p:spPr>
          <a:xfrm>
            <a:off x="240253" y="4695237"/>
            <a:ext cx="16305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00"/>
              <a:t>RetailSync</a:t>
            </a:r>
            <a:endParaRPr b="1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65" name="Google Shape;865;p84"/>
          <p:cNvGrpSpPr/>
          <p:nvPr/>
        </p:nvGrpSpPr>
        <p:grpSpPr>
          <a:xfrm>
            <a:off x="915455" y="403975"/>
            <a:ext cx="3711320" cy="3906051"/>
            <a:chOff x="4743435" y="435987"/>
            <a:chExt cx="3711320" cy="3906051"/>
          </a:xfrm>
        </p:grpSpPr>
        <p:sp>
          <p:nvSpPr>
            <p:cNvPr id="866" name="Google Shape;866;p84"/>
            <p:cNvSpPr/>
            <p:nvPr/>
          </p:nvSpPr>
          <p:spPr>
            <a:xfrm>
              <a:off x="4808500" y="955239"/>
              <a:ext cx="2943600" cy="14331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[</a:t>
              </a:r>
              <a:r>
                <a:rPr b="1" lang="en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Business</a:t>
              </a:r>
              <a:r>
                <a:rPr b="1" lang="en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Owner ]</a:t>
              </a:r>
              <a:endParaRPr b="1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We have printed POS reports, monthly summaries, bank statements, and QuickBooks entries that still need to be reviewed manually. Can you try building something to make this easier?</a:t>
              </a:r>
              <a:endParaRPr b="1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7" name="Google Shape;867;p84"/>
            <p:cNvSpPr/>
            <p:nvPr/>
          </p:nvSpPr>
          <p:spPr>
            <a:xfrm flipH="1" rot="10800000">
              <a:off x="5202996" y="2325913"/>
              <a:ext cx="426600" cy="3138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868" name="Google Shape;868;p84"/>
            <p:cNvSpPr/>
            <p:nvPr/>
          </p:nvSpPr>
          <p:spPr>
            <a:xfrm flipH="1">
              <a:off x="5423855" y="2639712"/>
              <a:ext cx="3030900" cy="1133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accent4"/>
                  </a:solidFill>
                  <a:latin typeface="Lexend Medium"/>
                  <a:ea typeface="Lexend Medium"/>
                  <a:cs typeface="Lexend Medium"/>
                  <a:sym typeface="Lexend Medium"/>
                </a:rPr>
                <a:t>[Me]</a:t>
              </a:r>
              <a:endParaRPr sz="1000">
                <a:solidFill>
                  <a:schemeClr val="accent4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</a:rPr>
                <a:t>I have used QuickBooks APIs before, so I can try building </a:t>
              </a:r>
              <a:r>
                <a:rPr b="1" lang="en" sz="1200">
                  <a:solidFill>
                    <a:srgbClr val="FFFFFF"/>
                  </a:solidFill>
                </a:rPr>
                <a:t>SOMETHING</a:t>
              </a:r>
              <a:r>
                <a:rPr lang="en" sz="1200">
                  <a:solidFill>
                    <a:srgbClr val="FFFFFF"/>
                  </a:solidFill>
                </a:rPr>
                <a:t> to digitize POS records, support sales tax calculations, and simplify accounting review.</a:t>
              </a:r>
              <a:endParaRPr sz="1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9" name="Google Shape;869;p84"/>
            <p:cNvSpPr/>
            <p:nvPr/>
          </p:nvSpPr>
          <p:spPr>
            <a:xfrm rot="10800000">
              <a:off x="7640322" y="3686464"/>
              <a:ext cx="318900" cy="244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870" name="Google Shape;870;p84"/>
            <p:cNvSpPr/>
            <p:nvPr/>
          </p:nvSpPr>
          <p:spPr>
            <a:xfrm>
              <a:off x="6807999" y="4016838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1" name="Google Shape;871;p84"/>
            <p:cNvSpPr/>
            <p:nvPr/>
          </p:nvSpPr>
          <p:spPr>
            <a:xfrm>
              <a:off x="7872650" y="2105770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2" name="Google Shape;872;p84"/>
            <p:cNvSpPr/>
            <p:nvPr/>
          </p:nvSpPr>
          <p:spPr>
            <a:xfrm rot="2256463">
              <a:off x="4829697" y="3501904"/>
              <a:ext cx="428676" cy="42867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3" name="Google Shape;873;p84"/>
            <p:cNvSpPr/>
            <p:nvPr/>
          </p:nvSpPr>
          <p:spPr>
            <a:xfrm rot="7007325">
              <a:off x="6427846" y="483185"/>
              <a:ext cx="274904" cy="27490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74" name="Google Shape;874;p84"/>
          <p:cNvSpPr txBox="1"/>
          <p:nvPr>
            <p:ph idx="2" type="body"/>
          </p:nvPr>
        </p:nvSpPr>
        <p:spPr>
          <a:xfrm>
            <a:off x="240253" y="4695237"/>
            <a:ext cx="16305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00"/>
              <a:t>RetailSync</a:t>
            </a:r>
            <a:endParaRPr b="1" sz="1300"/>
          </a:p>
        </p:txBody>
      </p:sp>
      <p:sp>
        <p:nvSpPr>
          <p:cNvPr id="875" name="Google Shape;875;p84"/>
          <p:cNvSpPr txBox="1"/>
          <p:nvPr/>
        </p:nvSpPr>
        <p:spPr>
          <a:xfrm>
            <a:off x="5298963" y="1859200"/>
            <a:ext cx="3479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RetailSync is a web-based bookkeeping platform that connects POS records, sales tax calculations, bank statement processing, and QuickBooks accounting review into one structured workflow.</a:t>
            </a:r>
            <a:endParaRPr sz="16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876" name="Google Shape;876;p84" title="logo-horizontal-removebg.png"/>
          <p:cNvPicPr preferRelativeResize="0"/>
          <p:nvPr/>
        </p:nvPicPr>
        <p:blipFill rotWithShape="1">
          <a:blip r:embed="rId3">
            <a:alphaModFix/>
          </a:blip>
          <a:srcRect b="29800" l="0" r="0" t="31624"/>
          <a:stretch/>
        </p:blipFill>
        <p:spPr>
          <a:xfrm>
            <a:off x="5391388" y="841050"/>
            <a:ext cx="3294526" cy="85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8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2" name="Google Shape;882;p85"/>
          <p:cNvSpPr txBox="1"/>
          <p:nvPr>
            <p:ph type="title"/>
          </p:nvPr>
        </p:nvSpPr>
        <p:spPr>
          <a:xfrm>
            <a:off x="146450" y="182875"/>
            <a:ext cx="5367300" cy="6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883" name="Google Shape;883;p85"/>
          <p:cNvSpPr txBox="1"/>
          <p:nvPr>
            <p:ph idx="2" type="body"/>
          </p:nvPr>
        </p:nvSpPr>
        <p:spPr>
          <a:xfrm>
            <a:off x="240253" y="4695237"/>
            <a:ext cx="16305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00"/>
              <a:t>RetailSync</a:t>
            </a:r>
            <a:endParaRPr b="1" sz="1300"/>
          </a:p>
        </p:txBody>
      </p:sp>
      <p:pic>
        <p:nvPicPr>
          <p:cNvPr id="884" name="Google Shape;884;p85" title="retailsync-local-architecture.png"/>
          <p:cNvPicPr preferRelativeResize="0"/>
          <p:nvPr/>
        </p:nvPicPr>
        <p:blipFill rotWithShape="1">
          <a:blip r:embed="rId3">
            <a:alphaModFix/>
          </a:blip>
          <a:srcRect b="8872" l="1756" r="1747" t="14781"/>
          <a:stretch/>
        </p:blipFill>
        <p:spPr>
          <a:xfrm>
            <a:off x="111763" y="1611975"/>
            <a:ext cx="8920474" cy="19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8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0" name="Google Shape;890;p86"/>
          <p:cNvSpPr txBox="1"/>
          <p:nvPr>
            <p:ph type="title"/>
          </p:nvPr>
        </p:nvSpPr>
        <p:spPr>
          <a:xfrm>
            <a:off x="3322350" y="2964525"/>
            <a:ext cx="2499300" cy="8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7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DEMO</a:t>
            </a:r>
            <a:endParaRPr b="1" sz="5700">
              <a:solidFill>
                <a:srgbClr val="3D9970"/>
              </a:solidFill>
              <a:highlight>
                <a:srgbClr val="FFFFFF"/>
              </a:highlight>
            </a:endParaRPr>
          </a:p>
        </p:txBody>
      </p:sp>
      <p:sp>
        <p:nvSpPr>
          <p:cNvPr id="891" name="Google Shape;891;p86"/>
          <p:cNvSpPr txBox="1"/>
          <p:nvPr>
            <p:ph idx="2" type="body"/>
          </p:nvPr>
        </p:nvSpPr>
        <p:spPr>
          <a:xfrm>
            <a:off x="240253" y="4695237"/>
            <a:ext cx="16305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00"/>
              <a:t>RetailSync</a:t>
            </a:r>
            <a:endParaRPr b="1" sz="1300"/>
          </a:p>
        </p:txBody>
      </p:sp>
      <p:pic>
        <p:nvPicPr>
          <p:cNvPr id="892" name="Google Shape;892;p86" title="BigLogo.png"/>
          <p:cNvPicPr preferRelativeResize="0"/>
          <p:nvPr/>
        </p:nvPicPr>
        <p:blipFill rotWithShape="1">
          <a:blip r:embed="rId4">
            <a:alphaModFix/>
          </a:blip>
          <a:srcRect b="37964" l="25921" r="29310" t="19909"/>
          <a:stretch/>
        </p:blipFill>
        <p:spPr>
          <a:xfrm>
            <a:off x="3690650" y="1437875"/>
            <a:ext cx="1589875" cy="14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87"/>
          <p:cNvSpPr/>
          <p:nvPr/>
        </p:nvSpPr>
        <p:spPr>
          <a:xfrm>
            <a:off x="3045038" y="773250"/>
            <a:ext cx="2928600" cy="3597000"/>
          </a:xfrm>
          <a:prstGeom prst="roundRect">
            <a:avLst>
              <a:gd fmla="val 6828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280000" dist="57150">
              <a:schemeClr val="dk1">
                <a:alpha val="24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8" name="Google Shape;898;p8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99" name="Google Shape;899;p87"/>
          <p:cNvCxnSpPr/>
          <p:nvPr/>
        </p:nvCxnSpPr>
        <p:spPr>
          <a:xfrm>
            <a:off x="3045656" y="1409669"/>
            <a:ext cx="29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0" name="Google Shape;900;p87"/>
          <p:cNvSpPr/>
          <p:nvPr/>
        </p:nvSpPr>
        <p:spPr>
          <a:xfrm>
            <a:off x="3045663" y="1409550"/>
            <a:ext cx="7110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901" name="Google Shape;901;p87"/>
          <p:cNvSpPr/>
          <p:nvPr/>
        </p:nvSpPr>
        <p:spPr>
          <a:xfrm>
            <a:off x="3083951" y="1509813"/>
            <a:ext cx="3049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Lottery Scratchers Inventory and Sales Tracking</a:t>
            </a:r>
            <a:endParaRPr sz="13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902" name="Google Shape;902;p87"/>
          <p:cNvSpPr/>
          <p:nvPr/>
        </p:nvSpPr>
        <p:spPr>
          <a:xfrm>
            <a:off x="3045663" y="3629425"/>
            <a:ext cx="969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903" name="Google Shape;903;p87"/>
          <p:cNvSpPr/>
          <p:nvPr/>
        </p:nvSpPr>
        <p:spPr>
          <a:xfrm>
            <a:off x="3045038" y="936750"/>
            <a:ext cx="29286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Future Improvements</a:t>
            </a:r>
            <a:endParaRPr b="1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cxnSp>
        <p:nvCxnSpPr>
          <p:cNvPr id="904" name="Google Shape;904;p87"/>
          <p:cNvCxnSpPr/>
          <p:nvPr/>
        </p:nvCxnSpPr>
        <p:spPr>
          <a:xfrm>
            <a:off x="3045656" y="2343384"/>
            <a:ext cx="29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5" name="Google Shape;905;p87"/>
          <p:cNvSpPr/>
          <p:nvPr/>
        </p:nvSpPr>
        <p:spPr>
          <a:xfrm>
            <a:off x="3756663" y="2889444"/>
            <a:ext cx="22176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906" name="Google Shape;906;p87"/>
          <p:cNvCxnSpPr/>
          <p:nvPr/>
        </p:nvCxnSpPr>
        <p:spPr>
          <a:xfrm>
            <a:off x="3045656" y="3286147"/>
            <a:ext cx="29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7" name="Google Shape;907;p87"/>
          <p:cNvSpPr/>
          <p:nvPr/>
        </p:nvSpPr>
        <p:spPr>
          <a:xfrm>
            <a:off x="3049764" y="2444725"/>
            <a:ext cx="3049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AI-Assisted File Management</a:t>
            </a:r>
            <a:endParaRPr sz="15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908" name="Google Shape;908;p87"/>
          <p:cNvSpPr/>
          <p:nvPr/>
        </p:nvSpPr>
        <p:spPr>
          <a:xfrm>
            <a:off x="3067315" y="3461802"/>
            <a:ext cx="29286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Convenience Store Inventory Management</a:t>
            </a:r>
            <a:endParaRPr sz="18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909" name="Google Shape;909;p87"/>
          <p:cNvSpPr txBox="1"/>
          <p:nvPr>
            <p:ph idx="2" type="body"/>
          </p:nvPr>
        </p:nvSpPr>
        <p:spPr>
          <a:xfrm>
            <a:off x="240253" y="4695237"/>
            <a:ext cx="16305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00"/>
              <a:t>RetailSync</a:t>
            </a:r>
            <a:endParaRPr b="1"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5" name="Google Shape;915;p88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School Name</a:t>
            </a:r>
            <a:endParaRPr/>
          </a:p>
        </p:txBody>
      </p:sp>
      <p:sp>
        <p:nvSpPr>
          <p:cNvPr id="916" name="Google Shape;916;p88"/>
          <p:cNvSpPr txBox="1"/>
          <p:nvPr>
            <p:ph idx="2" type="body"/>
          </p:nvPr>
        </p:nvSpPr>
        <p:spPr>
          <a:xfrm>
            <a:off x="240253" y="4695237"/>
            <a:ext cx="16305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00"/>
              <a:t>RetailSync</a:t>
            </a:r>
            <a:endParaRPr b="1" sz="1300"/>
          </a:p>
        </p:txBody>
      </p:sp>
      <p:sp>
        <p:nvSpPr>
          <p:cNvPr id="917" name="Google Shape;917;p88"/>
          <p:cNvSpPr txBox="1"/>
          <p:nvPr/>
        </p:nvSpPr>
        <p:spPr>
          <a:xfrm>
            <a:off x="2843550" y="1401900"/>
            <a:ext cx="3456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Thank you </a:t>
            </a:r>
            <a:endParaRPr sz="35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35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</a:br>
            <a:r>
              <a:rPr lang="en" sz="35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Questions ?</a:t>
            </a:r>
            <a:endParaRPr sz="35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918" name="Google Shape;918;p88" title="BigLogo.png"/>
          <p:cNvPicPr preferRelativeResize="0"/>
          <p:nvPr/>
        </p:nvPicPr>
        <p:blipFill rotWithShape="1">
          <a:blip r:embed="rId3">
            <a:alphaModFix/>
          </a:blip>
          <a:srcRect b="37964" l="25921" r="29310" t="19909"/>
          <a:stretch/>
        </p:blipFill>
        <p:spPr>
          <a:xfrm>
            <a:off x="4085013" y="2113513"/>
            <a:ext cx="973975" cy="9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rofessional Development #2">
  <a:themeElements>
    <a:clrScheme name="Simple Light">
      <a:dk1>
        <a:srgbClr val="000000"/>
      </a:dk1>
      <a:lt1>
        <a:srgbClr val="FCEFE5"/>
      </a:lt1>
      <a:dk2>
        <a:srgbClr val="A47FA7"/>
      </a:dk2>
      <a:lt2>
        <a:srgbClr val="2170F2"/>
      </a:lt2>
      <a:accent1>
        <a:srgbClr val="FFD966"/>
      </a:accent1>
      <a:accent2>
        <a:srgbClr val="CC0000"/>
      </a:accent2>
      <a:accent3>
        <a:srgbClr val="646464"/>
      </a:accent3>
      <a:accent4>
        <a:srgbClr val="FFFFFF"/>
      </a:accent4>
      <a:accent5>
        <a:srgbClr val="3D0B37"/>
      </a:accent5>
      <a:accent6>
        <a:srgbClr val="63264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ptions Proposal">
  <a:themeElements>
    <a:clrScheme name="Simple Light">
      <a:dk1>
        <a:srgbClr val="1D1D1D"/>
      </a:dk1>
      <a:lt1>
        <a:srgbClr val="FFFFF0"/>
      </a:lt1>
      <a:dk2>
        <a:srgbClr val="51BD85"/>
      </a:dk2>
      <a:lt2>
        <a:srgbClr val="FF6652"/>
      </a:lt2>
      <a:accent1>
        <a:srgbClr val="FFE534"/>
      </a:accent1>
      <a:accent2>
        <a:srgbClr val="FFBBDC"/>
      </a:accent2>
      <a:accent3>
        <a:srgbClr val="6AD2E6"/>
      </a:accent3>
      <a:accent4>
        <a:srgbClr val="DBC89F"/>
      </a:accent4>
      <a:accent5>
        <a:srgbClr val="D8E4D6"/>
      </a:accent5>
      <a:accent6>
        <a:srgbClr val="FFFFFF"/>
      </a:accent6>
      <a:hlink>
        <a:srgbClr val="6AD2E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